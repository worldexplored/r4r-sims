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4008a955194984" /><Relationship Type="http://schemas.openxmlformats.org/officeDocument/2006/relationships/extended-properties" Target="/docProps/app.xml" Id="Rf8edd168a22e4e43" /><Relationship Type="http://schemas.openxmlformats.org/officeDocument/2006/relationships/officeDocument" Target="/ppt/presentation.xml" Id="R743cbab06f1442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df43b3ca3a467f"/>
  </p:sldMasterIdLst>
  <p:notesMasterIdLst>
    <p:notesMasterId xmlns:r="http://schemas.openxmlformats.org/officeDocument/2006/relationships" r:id="R878a9aaee72f4ad5"/>
  </p:notesMasterIdLst>
  <p:sldIdLst>
    <p:sldId xmlns:r="http://schemas.openxmlformats.org/officeDocument/2006/relationships" id="256" r:id="R099f82803e5445a8"/>
    <p:sldId xmlns:r="http://schemas.openxmlformats.org/officeDocument/2006/relationships" id="257" r:id="R15a4c9925a4848fb"/>
    <p:sldId xmlns:r="http://schemas.openxmlformats.org/officeDocument/2006/relationships" id="258" r:id="R849556129c804558"/>
    <p:sldId xmlns:r="http://schemas.openxmlformats.org/officeDocument/2006/relationships" id="259" r:id="Rcef131992750495c"/>
    <p:sldId xmlns:r="http://schemas.openxmlformats.org/officeDocument/2006/relationships" id="260" r:id="R344025f97d5145fd"/>
    <p:sldId xmlns:r="http://schemas.openxmlformats.org/officeDocument/2006/relationships" id="261" r:id="R76647f2d7dc54956"/>
    <p:sldId xmlns:r="http://schemas.openxmlformats.org/officeDocument/2006/relationships" id="262" r:id="R1b42a915b9434d9d"/>
    <p:sldId xmlns:r="http://schemas.openxmlformats.org/officeDocument/2006/relationships" id="263" r:id="Rc6aae528654c421f"/>
    <p:sldId xmlns:r="http://schemas.openxmlformats.org/officeDocument/2006/relationships" id="264" r:id="R848a5488c9d44228"/>
    <p:sldId xmlns:r="http://schemas.openxmlformats.org/officeDocument/2006/relationships" id="265" r:id="Rcfefc7bbfa45426a"/>
    <p:sldId xmlns:r="http://schemas.openxmlformats.org/officeDocument/2006/relationships" id="266" r:id="R4bb19a965d644941"/>
    <p:sldId xmlns:r="http://schemas.openxmlformats.org/officeDocument/2006/relationships" id="267" r:id="R9aac874d4a9f43a8"/>
    <p:sldId xmlns:r="http://schemas.openxmlformats.org/officeDocument/2006/relationships" id="268" r:id="Rd60f5d31567f4b28"/>
    <p:sldId xmlns:r="http://schemas.openxmlformats.org/officeDocument/2006/relationships" id="269" r:id="R934b77ccca2b4cb2"/>
    <p:sldId xmlns:r="http://schemas.openxmlformats.org/officeDocument/2006/relationships" id="270" r:id="Re9998222039243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0e2b0dda7e4932" /><Relationship Type="http://schemas.openxmlformats.org/officeDocument/2006/relationships/slideMaster" Target="/ppt/slideMasters/slideMaster1.xml" Id="R8adf43b3ca3a467f" /><Relationship Type="http://schemas.openxmlformats.org/officeDocument/2006/relationships/notesMaster" Target="/ppt/notesMasters/notesMaster1.xml" Id="R878a9aaee72f4ad5" /><Relationship Type="http://schemas.openxmlformats.org/officeDocument/2006/relationships/presProps" Target="/ppt/presProps.xml" Id="Ra7cb5eb54c8449b6" /><Relationship Type="http://schemas.openxmlformats.org/officeDocument/2006/relationships/tableStyles" Target="/ppt/tableStyles.xml" Id="R0298336a0f294dd8" /><Relationship Type="http://schemas.openxmlformats.org/officeDocument/2006/relationships/slide" Target="/ppt/slides/slide1.xml" Id="R099f82803e5445a8" /><Relationship Type="http://schemas.openxmlformats.org/officeDocument/2006/relationships/slide" Target="/ppt/slides/slide2.xml" Id="R15a4c9925a4848fb" /><Relationship Type="http://schemas.openxmlformats.org/officeDocument/2006/relationships/slide" Target="/ppt/slides/slide3.xml" Id="R849556129c804558" /><Relationship Type="http://schemas.openxmlformats.org/officeDocument/2006/relationships/slide" Target="/ppt/slides/slide4.xml" Id="Rcef131992750495c" /><Relationship Type="http://schemas.openxmlformats.org/officeDocument/2006/relationships/slide" Target="/ppt/slides/slide5.xml" Id="R344025f97d5145fd" /><Relationship Type="http://schemas.openxmlformats.org/officeDocument/2006/relationships/slide" Target="/ppt/slides/slide6.xml" Id="R76647f2d7dc54956" /><Relationship Type="http://schemas.openxmlformats.org/officeDocument/2006/relationships/slide" Target="/ppt/slides/slide7.xml" Id="R1b42a915b9434d9d" /><Relationship Type="http://schemas.openxmlformats.org/officeDocument/2006/relationships/slide" Target="/ppt/slides/slide8.xml" Id="Rc6aae528654c421f" /><Relationship Type="http://schemas.openxmlformats.org/officeDocument/2006/relationships/slide" Target="/ppt/slides/slide9.xml" Id="R848a5488c9d44228" /><Relationship Type="http://schemas.openxmlformats.org/officeDocument/2006/relationships/slide" Target="/ppt/slides/slide10.xml" Id="Rcfefc7bbfa45426a" /><Relationship Type="http://schemas.openxmlformats.org/officeDocument/2006/relationships/slide" Target="/ppt/slides/slide11.xml" Id="R4bb19a965d644941" /><Relationship Type="http://schemas.openxmlformats.org/officeDocument/2006/relationships/slide" Target="/ppt/slides/slide12.xml" Id="R9aac874d4a9f43a8" /><Relationship Type="http://schemas.openxmlformats.org/officeDocument/2006/relationships/slide" Target="/ppt/slides/slide13.xml" Id="Rd60f5d31567f4b28" /><Relationship Type="http://schemas.openxmlformats.org/officeDocument/2006/relationships/slide" Target="/ppt/slides/slide14.xml" Id="R934b77ccca2b4cb2" /><Relationship Type="http://schemas.openxmlformats.org/officeDocument/2006/relationships/slide" Target="/ppt/slides/slide15.xml" Id="Re9998222039243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0bba5c95cc43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088f0fa47043e9" /><Relationship Type="http://schemas.openxmlformats.org/officeDocument/2006/relationships/notesMaster" Target="/ppt/notesMasters/notesMaster1.xml" Id="R282fbb7fc34a4b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cab25f5ce6444c" /><Relationship Type="http://schemas.openxmlformats.org/officeDocument/2006/relationships/notesMaster" Target="/ppt/notesMasters/notesMaster1.xml" Id="Rc4dad67f8af640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67f8fcfb2e477c" /><Relationship Type="http://schemas.openxmlformats.org/officeDocument/2006/relationships/notesMaster" Target="/ppt/notesMasters/notesMaster1.xml" Id="R76a8c95154a743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567794073b498f" /><Relationship Type="http://schemas.openxmlformats.org/officeDocument/2006/relationships/notesMaster" Target="/ppt/notesMasters/notesMaster1.xml" Id="R7584309bf99e46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f57ac027bd4714" /><Relationship Type="http://schemas.openxmlformats.org/officeDocument/2006/relationships/notesMaster" Target="/ppt/notesMasters/notesMaster1.xml" Id="R2a5dc844008b44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994751076645b7" /><Relationship Type="http://schemas.openxmlformats.org/officeDocument/2006/relationships/notesMaster" Target="/ppt/notesMasters/notesMaster1.xml" Id="Rc62e31b6e8624d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5cbca854fc470f" /><Relationship Type="http://schemas.openxmlformats.org/officeDocument/2006/relationships/notesMaster" Target="/ppt/notesMasters/notesMaster1.xml" Id="R8015157720ed4a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1e0fd1570b4a8c" /><Relationship Type="http://schemas.openxmlformats.org/officeDocument/2006/relationships/notesMaster" Target="/ppt/notesMasters/notesMaster1.xml" Id="R4c408f6a7eda44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1720b8e2404a8a" /><Relationship Type="http://schemas.openxmlformats.org/officeDocument/2006/relationships/notesMaster" Target="/ppt/notesMasters/notesMaster1.xml" Id="R11d8cb7c2eb841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8f17b30cfe4eea" /><Relationship Type="http://schemas.openxmlformats.org/officeDocument/2006/relationships/notesMaster" Target="/ppt/notesMasters/notesMaster1.xml" Id="R4b4ec09646d14b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416940e9004d1e" /><Relationship Type="http://schemas.openxmlformats.org/officeDocument/2006/relationships/notesMaster" Target="/ppt/notesMasters/notesMaster1.xml" Id="Rf833569952374c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53a0629b7b4969" /><Relationship Type="http://schemas.openxmlformats.org/officeDocument/2006/relationships/notesMaster" Target="/ppt/notesMasters/notesMaster1.xml" Id="Rf6b97b08b68647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1ac30cf4724b1b" /><Relationship Type="http://schemas.openxmlformats.org/officeDocument/2006/relationships/notesMaster" Target="/ppt/notesMasters/notesMaster1.xml" Id="R996d669c203c45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cf9f08310b84332" /><Relationship Type="http://schemas.openxmlformats.org/officeDocument/2006/relationships/notesMaster" Target="/ppt/notesMasters/notesMaster1.xml" Id="Rb62e655920e349a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a9345508ea443a5" /><Relationship Type="http://schemas.openxmlformats.org/officeDocument/2006/relationships/notesMaster" Target="/ppt/notesMasters/notesMaster1.xml" Id="R42eb6d83a44f4a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  <a:p xmlns:a="http://schemas.openxmlformats.org/drawingml/2006/main">
            <a:r>
              <a:t>Project context: docs/r4r-audit-context.md. No AirLab calibrated held-out assets were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  <a:p xmlns:a="http://schemas.openxmlformats.org/drawingml/2006/main">
            <a:r>
              <a:t>B executes direct dynamics. Transform checks execute exact baseline helpers. A renders with unresolved capture registration. D renders achieved-state mounted cameras. Native actor/CENet omitted, never replaced with random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  <a:p xmlns:a="http://schemas.openxmlformats.org/drawingml/2006/main">
            <a:r>
              <a:t>Author Drive replacement IDs and archive SHA256 are in asset-inventory.csv and results/grad-nav/preflight/download-hashes.json. Scene terms remain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  <a:p xmlns:a="http://schemas.openxmlformats.org/drawingml/2006/main">
            <a:r>
              <a:t>20261009T012429Z-recovery-e58f8a state.jsonl. kp=2 N/m, kd=0.8 N/(m/s), target1.25m, initial1.0m. Direct normalized thrust and zero rates, noise0. Timing/geometry are simulation diagnostics.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  <a:p xmlns:a="http://schemas.openxmlformats.org/drawingml/2006/main">
            <a:r>
              <a:t>Force/smoke/recovery metrics.json, config.json and action/state records. No visual policy or native delay/filter/contact logic.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  <a:p xmlns:a="http://schemas.openxmlformats.org/drawingml/2006/main">
            <a:r>
              <a:t>20261009T012433Z-conversion-04f90b/conversion.json and pinned gs_local.py. Loaded camera metadata recorded in failed A attempts.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  <a:p xmlns:a="http://schemas.openxmlformats.org/drawingml/2006/main">
            <a:r>
              <a:t>repair-history.json continuation and20261009T020316Z-compiler-preflight. Earlier failures retained. New bounded repair explicitly authorized.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  <a:p xmlns:a="http://schemas.openxmlformats.org/drawingml/2006/main">
            <a:r>
              <a:t>20261009T020714Z-a-1004f1: same model/K/camera, RGB and depth max difference0 across5 poses. Left source frame00010, right frozen A render. This is qualitative registration evidence, not held-out fidelity. NS source-pose/original-K diagnostic stays blurred. No scene or mount transforms 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  <a:p xmlns:a="http://schemas.openxmlformats.org/drawingml/2006/main">
            <a:r>
              <a:t>20261009T022120Z-a-e1d652 metrics.json; camera matrix resident on GPU before interval:5warmups/50calls per path, GPU sync before/after. Diagnostic reference pose256x144 and265631Gaussians; capture registration unresolved. Peak reserved190840832bytes. Scene diagnostic no-hit view is not part of frozen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  <a:p xmlns:a="http://schemas.openxmlformats.org/drawingml/2006/main">
            <a:r>
              <a:t>20261009T020926Z-d-748818. Existing kp2,kd0.8 controller, initial1.15,target1.25,20ticks x.05s.21states/20actions/20cameras/20RGB-depth outputs,1s H26420FPS. wxyz→xyzw, origin[-6,0,0],YZflip and mount unchanged. Physical scale/registration unverified. Images shown are observed outputs, not generated illustrations.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  <a:p xmlns:a="http://schemas.openxmlformats.org/drawingml/2006/main">
            <a:r>
              <a:t>Pinned drone_long_traj.py:777 reads privileged10:13. Quaternions9:13, rates13:16. point_cloud_util.py FOV diagnostics. GradNav.load six-object schema.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  <a:p xmlns:a="http://schemas.openxmlformats.org/drawingml/2006/main">
            <a:r>
              <a:t>Dataset transforms/config are preserved, but prior reconstruction/fitting exclusion is not attested. Comparisons read from recorded Project AirSim, Unreal and TravelUAV branch SHAs.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  <a:p xmlns:a="http://schemas.openxmlformats.org/drawingml/2006/main">
            <a:r>
              <a:t>artifact-index.md, preservation.json, sources.md and handoff.md. Original phase1 retained with hashes. No unrelated files/environments/drivers/processes changed. Instance remains running.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  <a:p xmlns:a="http://schemas.openxmlformats.org/drawingml/2006/main">
            <a:r>
              <a:t>Full upstream lines and asset digests in sources.md, asset-inventory.csv and repair-history.json. See repository artifact index for each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3eb11da8c54d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2e9818fa4a428a" /><Relationship Type="http://schemas.openxmlformats.org/officeDocument/2006/relationships/slideLayout" Target="/ppt/slideLayouts/slideLayout1.xml" Id="Rd4b84775cbcf4e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b84775cbcf4e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1e4adf7524cda" /><Relationship Type="http://schemas.openxmlformats.org/officeDocument/2006/relationships/notesSlide" Target="/ppt/notesSlides/notesSlide1.xml" Id="R255db4c37c5b42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bec28dd2a49fb" /><Relationship Type="http://schemas.openxmlformats.org/officeDocument/2006/relationships/notesSlide" Target="/ppt/notesSlides/notesSlide2.xml" Id="Ra2204105ae7842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78144dad9430f" /><Relationship Type="http://schemas.openxmlformats.org/officeDocument/2006/relationships/notesSlide" Target="/ppt/notesSlides/notesSlide3.xml" Id="Rfc5166f2064143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334abbdfc4fcf" /><Relationship Type="http://schemas.openxmlformats.org/officeDocument/2006/relationships/notesSlide" Target="/ppt/notesSlides/notesSlide4.xml" Id="R735b703348a745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26d87586e4ed9" /><Relationship Type="http://schemas.openxmlformats.org/officeDocument/2006/relationships/chart" Target="/ppt/slides/charts/chart1.xml" Id="R4aee7a0c51144326" /><Relationship Type="http://schemas.openxmlformats.org/officeDocument/2006/relationships/notesSlide" Target="/ppt/notesSlides/notesSlide5.xml" Id="Rd45729b7c9bd40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0c9842b1547dd" /><Relationship Type="http://schemas.openxmlformats.org/officeDocument/2006/relationships/notesSlide" Target="/ppt/notesSlides/notesSlide6.xml" Id="Rcea48ae739474e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50a7ce04947e3" /><Relationship Type="http://schemas.openxmlformats.org/officeDocument/2006/relationships/notesSlide" Target="/ppt/notesSlides/notesSlide7.xml" Id="R14ec038e030d4b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930f7c9c1409f" /><Relationship Type="http://schemas.openxmlformats.org/officeDocument/2006/relationships/notesSlide" Target="/ppt/notesSlides/notesSlide8.xml" Id="R3a8c9eb3512548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ec8072cb7419c" /><Relationship Type="http://schemas.openxmlformats.org/officeDocument/2006/relationships/image" Target="/ppt/media/image.png" Id="Re4a557d40dd9441d" /><Relationship Type="http://schemas.openxmlformats.org/officeDocument/2006/relationships/image" Target="/ppt/media/image2.png" Id="R753da28d60a44c4e" /><Relationship Type="http://schemas.openxmlformats.org/officeDocument/2006/relationships/notesSlide" Target="/ppt/notesSlides/notesSlide9.xml" Id="R4d403bb3e6ed41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6ec8f6f4e40ab" /><Relationship Type="http://schemas.openxmlformats.org/officeDocument/2006/relationships/notesSlide" Target="/ppt/notesSlides/notesSlide10.xml" Id="Rf531141ab4dd4f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60881f5994825" /><Relationship Type="http://schemas.openxmlformats.org/officeDocument/2006/relationships/image" Target="/ppt/media/image3.png" Id="R459ee68004684f2a" /><Relationship Type="http://schemas.openxmlformats.org/officeDocument/2006/relationships/image" Target="/ppt/media/image4.png" Id="R54d99b989cf4492a" /><Relationship Type="http://schemas.openxmlformats.org/officeDocument/2006/relationships/notesSlide" Target="/ppt/notesSlides/notesSlide11.xml" Id="Reb19733bf2e347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aef703fc647a7" /><Relationship Type="http://schemas.openxmlformats.org/officeDocument/2006/relationships/notesSlide" Target="/ppt/notesSlides/notesSlide12.xml" Id="Rffc6e40bd6824a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8f0717fdc4893" /><Relationship Type="http://schemas.openxmlformats.org/officeDocument/2006/relationships/notesSlide" Target="/ppt/notesSlides/notesSlide13.xml" Id="R39b721337e0a4b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d1890d2f04d83" /><Relationship Type="http://schemas.openxmlformats.org/officeDocument/2006/relationships/notesSlide" Target="/ppt/notesSlides/notesSlide14.xml" Id="Rbfc36613df77480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b06192e6a4b68" /><Relationship Type="http://schemas.openxmlformats.org/officeDocument/2006/relationships/notesSlide" Target="/ppt/notesSlides/notesSlide15.xml" Id="R9c246eb5936447b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Achieved height</c:v>
          </c:tx>
          <c:spPr>
            <a:ln xmlns:a="http://schemas.openxmlformats.org/drawingml/2006/main" w="28575">
              <a:solidFill>
                <a:srgbClr val="187C88"/>
              </a:solidFill>
            </a:ln>
          </c:spPr>
          <c:marker>
            <c:symbol val="none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</c:v>
                </c:pt>
                <c:pt idx="23">
                  <c:v>1.15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2.05</c:v>
                </c:pt>
                <c:pt idx="42">
                  <c:v>2.1</c:v>
                </c:pt>
                <c:pt idx="43">
                  <c:v>2.15</c:v>
                </c:pt>
                <c:pt idx="44">
                  <c:v>2.2</c:v>
                </c:pt>
                <c:pt idx="45">
                  <c:v>2.25</c:v>
                </c:pt>
                <c:pt idx="46">
                  <c:v>2.3</c:v>
                </c:pt>
                <c:pt idx="47">
                  <c:v>2.35</c:v>
                </c:pt>
                <c:pt idx="48">
                  <c:v>2.4</c:v>
                </c:pt>
                <c:pt idx="49">
                  <c:v>2.45</c:v>
                </c:pt>
                <c:pt idx="50">
                  <c:v>2.5</c:v>
                </c:pt>
                <c:pt idx="51">
                  <c:v>2.55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  <c:pt idx="61">
                  <c:v>3.05</c:v>
                </c:pt>
                <c:pt idx="62">
                  <c:v>3.1</c:v>
                </c:pt>
                <c:pt idx="63">
                  <c:v>3.15</c:v>
                </c:pt>
                <c:pt idx="64">
                  <c:v>3.2</c:v>
                </c:pt>
                <c:pt idx="65">
                  <c:v>3.25</c:v>
                </c:pt>
                <c:pt idx="66">
                  <c:v>3.3</c:v>
                </c:pt>
                <c:pt idx="67">
                  <c:v>3.35</c:v>
                </c:pt>
                <c:pt idx="68">
                  <c:v>3.4</c:v>
                </c:pt>
                <c:pt idx="69">
                  <c:v>3.45</c:v>
                </c:pt>
                <c:pt idx="70">
                  <c:v>3.5</c:v>
                </c:pt>
                <c:pt idx="71">
                  <c:v>3.55</c:v>
                </c:pt>
                <c:pt idx="72">
                  <c:v>3.6</c:v>
                </c:pt>
                <c:pt idx="73">
                  <c:v>3.65</c:v>
                </c:pt>
                <c:pt idx="74">
                  <c:v>3.7</c:v>
                </c:pt>
                <c:pt idx="75">
                  <c:v>3.75</c:v>
                </c:pt>
                <c:pt idx="76">
                  <c:v>3.8</c:v>
                </c:pt>
                <c:pt idx="77">
                  <c:v>3.85</c:v>
                </c:pt>
                <c:pt idx="78">
                  <c:v>3.9</c:v>
                </c:pt>
                <c:pt idx="79">
                  <c:v>3.95</c:v>
                </c:pt>
                <c:pt idx="80">
                  <c:v>4</c:v>
                </c:pt>
                <c:pt idx="81">
                  <c:v>4.05</c:v>
                </c:pt>
                <c:pt idx="82">
                  <c:v>4.1</c:v>
                </c:pt>
                <c:pt idx="83">
                  <c:v>4.15</c:v>
                </c:pt>
                <c:pt idx="84">
                  <c:v>4.2</c:v>
                </c:pt>
                <c:pt idx="85">
                  <c:v>4.25</c:v>
                </c:pt>
                <c:pt idx="86">
                  <c:v>4.3</c:v>
                </c:pt>
                <c:pt idx="87">
                  <c:v>4.35</c:v>
                </c:pt>
                <c:pt idx="88">
                  <c:v>4.4</c:v>
                </c:pt>
                <c:pt idx="89">
                  <c:v>4.45</c:v>
                </c:pt>
                <c:pt idx="90">
                  <c:v>4.5</c:v>
                </c:pt>
                <c:pt idx="91">
                  <c:v>4.55</c:v>
                </c:pt>
                <c:pt idx="92">
                  <c:v>4.6</c:v>
                </c:pt>
                <c:pt idx="93">
                  <c:v>4.65</c:v>
                </c:pt>
                <c:pt idx="94">
                  <c:v>4.7</c:v>
                </c:pt>
                <c:pt idx="95">
                  <c:v>4.75</c:v>
                </c:pt>
                <c:pt idx="96">
                  <c:v>4.8</c:v>
                </c:pt>
                <c:pt idx="97">
                  <c:v>4.85</c:v>
                </c:pt>
                <c:pt idx="98">
                  <c:v>4.9</c:v>
                </c:pt>
                <c:pt idx="99">
                  <c:v>4.95</c:v>
                </c:pt>
                <c:pt idx="100">
                  <c:v>5</c:v>
                </c:pt>
              </c:numCache>
            </c:numRef>
          </c:xVal>
          <c:yVal>
            <c:numRef>
              <c:f>'Chart Data'!$B$2:$B$102</c:f>
              <c:numCache>
                <c:formatCode>0.00</c:formatCode>
                <c:ptCount val="101"/>
                <c:pt idx="0">
                  <c:v>1</c:v>
                </c:pt>
                <c:pt idx="1">
                  <c:v>1.000688</c:v>
                </c:pt>
                <c:pt idx="2">
                  <c:v>1.002596</c:v>
                </c:pt>
                <c:pt idx="3">
                  <c:v>1.005669</c:v>
                </c:pt>
                <c:pt idx="4">
                  <c:v>1.009847</c:v>
                </c:pt>
                <c:pt idx="5">
                  <c:v>1.015067</c:v>
                </c:pt>
                <c:pt idx="6">
                  <c:v>1.021264</c:v>
                </c:pt>
                <c:pt idx="7">
                  <c:v>1.02837</c:v>
                </c:pt>
                <c:pt idx="8">
                  <c:v>1.036314</c:v>
                </c:pt>
                <c:pt idx="9">
                  <c:v>1.045024</c:v>
                </c:pt>
                <c:pt idx="10">
                  <c:v>1.054427</c:v>
                </c:pt>
                <c:pt idx="11">
                  <c:v>1.064451</c:v>
                </c:pt>
                <c:pt idx="12">
                  <c:v>1.075021</c:v>
                </c:pt>
                <c:pt idx="13">
                  <c:v>1.086063</c:v>
                </c:pt>
                <c:pt idx="14">
                  <c:v>1.097504</c:v>
                </c:pt>
                <c:pt idx="15">
                  <c:v>1.109272</c:v>
                </c:pt>
                <c:pt idx="16">
                  <c:v>1.121294</c:v>
                </c:pt>
                <c:pt idx="17">
                  <c:v>1.133502</c:v>
                </c:pt>
                <c:pt idx="18">
                  <c:v>1.145827</c:v>
                </c:pt>
                <c:pt idx="19">
                  <c:v>1.158203</c:v>
                </c:pt>
                <c:pt idx="20">
                  <c:v>1.170566</c:v>
                </c:pt>
                <c:pt idx="21">
                  <c:v>1.182854</c:v>
                </c:pt>
                <c:pt idx="22">
                  <c:v>1.19501</c:v>
                </c:pt>
                <c:pt idx="23">
                  <c:v>1.206978</c:v>
                </c:pt>
                <c:pt idx="24">
                  <c:v>1.218704</c:v>
                </c:pt>
                <c:pt idx="25">
                  <c:v>1.230141</c:v>
                </c:pt>
                <c:pt idx="26">
                  <c:v>1.241241</c:v>
                </c:pt>
                <c:pt idx="27">
                  <c:v>1.251961</c:v>
                </c:pt>
                <c:pt idx="28">
                  <c:v>1.262265</c:v>
                </c:pt>
                <c:pt idx="29">
                  <c:v>1.272115</c:v>
                </c:pt>
                <c:pt idx="30">
                  <c:v>1.281479</c:v>
                </c:pt>
                <c:pt idx="31">
                  <c:v>1.29033</c:v>
                </c:pt>
                <c:pt idx="32">
                  <c:v>1.298643</c:v>
                </c:pt>
                <c:pt idx="33">
                  <c:v>1.306397</c:v>
                </c:pt>
                <c:pt idx="34">
                  <c:v>1.313574</c:v>
                </c:pt>
                <c:pt idx="35">
                  <c:v>1.320162</c:v>
                </c:pt>
                <c:pt idx="36">
                  <c:v>1.326148</c:v>
                </c:pt>
                <c:pt idx="37">
                  <c:v>1.331527</c:v>
                </c:pt>
                <c:pt idx="38">
                  <c:v>1.336294</c:v>
                </c:pt>
                <c:pt idx="39">
                  <c:v>1.340449</c:v>
                </c:pt>
                <c:pt idx="40">
                  <c:v>1.343995</c:v>
                </c:pt>
                <c:pt idx="41">
                  <c:v>1.346937</c:v>
                </c:pt>
                <c:pt idx="42">
                  <c:v>1.349282</c:v>
                </c:pt>
                <c:pt idx="43">
                  <c:v>1.351043</c:v>
                </c:pt>
                <c:pt idx="44">
                  <c:v>1.352232</c:v>
                </c:pt>
                <c:pt idx="45">
                  <c:v>1.352865</c:v>
                </c:pt>
                <c:pt idx="46">
                  <c:v>1.352959</c:v>
                </c:pt>
                <c:pt idx="47">
                  <c:v>1.352535</c:v>
                </c:pt>
                <c:pt idx="48">
                  <c:v>1.351614</c:v>
                </c:pt>
                <c:pt idx="49">
                  <c:v>1.350221</c:v>
                </c:pt>
                <c:pt idx="50">
                  <c:v>1.348379</c:v>
                </c:pt>
                <c:pt idx="51">
                  <c:v>1.346114</c:v>
                </c:pt>
                <c:pt idx="52">
                  <c:v>1.343455</c:v>
                </c:pt>
                <c:pt idx="53">
                  <c:v>1.340428</c:v>
                </c:pt>
                <c:pt idx="54">
                  <c:v>1.337065</c:v>
                </c:pt>
                <c:pt idx="55">
                  <c:v>1.333393</c:v>
                </c:pt>
                <c:pt idx="56">
                  <c:v>1.329444</c:v>
                </c:pt>
                <c:pt idx="57">
                  <c:v>1.325247</c:v>
                </c:pt>
                <c:pt idx="58">
                  <c:v>1.320832</c:v>
                </c:pt>
                <c:pt idx="59">
                  <c:v>1.316231</c:v>
                </c:pt>
                <c:pt idx="60">
                  <c:v>1.311474</c:v>
                </c:pt>
                <c:pt idx="61">
                  <c:v>1.306588</c:v>
                </c:pt>
                <c:pt idx="62">
                  <c:v>1.301606</c:v>
                </c:pt>
                <c:pt idx="63">
                  <c:v>1.296553</c:v>
                </c:pt>
                <c:pt idx="64">
                  <c:v>1.29146</c:v>
                </c:pt>
                <c:pt idx="65">
                  <c:v>1.286353</c:v>
                </c:pt>
                <c:pt idx="66">
                  <c:v>1.281257</c:v>
                </c:pt>
                <c:pt idx="67">
                  <c:v>1.276198</c:v>
                </c:pt>
                <c:pt idx="68">
                  <c:v>1.271199</c:v>
                </c:pt>
                <c:pt idx="69">
                  <c:v>1.266285</c:v>
                </c:pt>
                <c:pt idx="70">
                  <c:v>1.261475</c:v>
                </c:pt>
                <c:pt idx="71">
                  <c:v>1.25679</c:v>
                </c:pt>
                <c:pt idx="72">
                  <c:v>1.252249</c:v>
                </c:pt>
                <c:pt idx="73">
                  <c:v>1.247868</c:v>
                </c:pt>
                <c:pt idx="74">
                  <c:v>1.243664</c:v>
                </c:pt>
                <c:pt idx="75">
                  <c:v>1.239651</c:v>
                </c:pt>
                <c:pt idx="76">
                  <c:v>1.235842</c:v>
                </c:pt>
                <c:pt idx="77">
                  <c:v>1.232247</c:v>
                </c:pt>
                <c:pt idx="78">
                  <c:v>1.228878</c:v>
                </c:pt>
                <c:pt idx="79">
                  <c:v>1.225741</c:v>
                </c:pt>
                <c:pt idx="80">
                  <c:v>1.222845</c:v>
                </c:pt>
                <c:pt idx="81">
                  <c:v>1.220194</c:v>
                </c:pt>
                <c:pt idx="82">
                  <c:v>1.217793</c:v>
                </c:pt>
                <c:pt idx="83">
                  <c:v>1.215643</c:v>
                </c:pt>
                <c:pt idx="84">
                  <c:v>1.213746</c:v>
                </c:pt>
                <c:pt idx="85">
                  <c:v>1.212102</c:v>
                </c:pt>
                <c:pt idx="86">
                  <c:v>1.21071</c:v>
                </c:pt>
                <c:pt idx="87">
                  <c:v>1.209567</c:v>
                </c:pt>
                <c:pt idx="88">
                  <c:v>1.208669</c:v>
                </c:pt>
                <c:pt idx="89">
                  <c:v>1.208012</c:v>
                </c:pt>
                <c:pt idx="90">
                  <c:v>1.20759</c:v>
                </c:pt>
                <c:pt idx="91">
                  <c:v>1.207395</c:v>
                </c:pt>
                <c:pt idx="92">
                  <c:v>1.207421</c:v>
                </c:pt>
                <c:pt idx="93">
                  <c:v>1.207659</c:v>
                </c:pt>
                <c:pt idx="94">
                  <c:v>1.208099</c:v>
                </c:pt>
                <c:pt idx="95">
                  <c:v>1.208733</c:v>
                </c:pt>
                <c:pt idx="96">
                  <c:v>1.209548</c:v>
                </c:pt>
                <c:pt idx="97">
                  <c:v>1.210536</c:v>
                </c:pt>
                <c:pt idx="98">
                  <c:v>1.211683</c:v>
                </c:pt>
                <c:pt idx="99">
                  <c:v>1.212979</c:v>
                </c:pt>
                <c:pt idx="100">
                  <c:v>1.21441</c:v>
                </c:pt>
              </c:numCache>
            </c:numRef>
          </c:yVal>
        </c:ser>
        <c:ser>
          <c:idx val="1"/>
          <c:order val="1"/>
          <c:tx>
            <c:v>Height target</c:v>
          </c:tx>
          <c:spPr>
            <a:ln xmlns:a="http://schemas.openxmlformats.org/drawingml/2006/main" w="19050">
              <a:solidFill>
                <a:srgbClr val="17313E"/>
              </a:solidFill>
              <a:prstDash val="dash"/>
            </a:ln>
          </c:spPr>
          <c:marker>
            <c:symbol val="none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</c:v>
                </c:pt>
                <c:pt idx="23">
                  <c:v>1.15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2.05</c:v>
                </c:pt>
                <c:pt idx="42">
                  <c:v>2.1</c:v>
                </c:pt>
                <c:pt idx="43">
                  <c:v>2.15</c:v>
                </c:pt>
                <c:pt idx="44">
                  <c:v>2.2</c:v>
                </c:pt>
                <c:pt idx="45">
                  <c:v>2.25</c:v>
                </c:pt>
                <c:pt idx="46">
                  <c:v>2.3</c:v>
                </c:pt>
                <c:pt idx="47">
                  <c:v>2.35</c:v>
                </c:pt>
                <c:pt idx="48">
                  <c:v>2.4</c:v>
                </c:pt>
                <c:pt idx="49">
                  <c:v>2.45</c:v>
                </c:pt>
                <c:pt idx="50">
                  <c:v>2.5</c:v>
                </c:pt>
                <c:pt idx="51">
                  <c:v>2.55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  <c:pt idx="61">
                  <c:v>3.05</c:v>
                </c:pt>
                <c:pt idx="62">
                  <c:v>3.1</c:v>
                </c:pt>
                <c:pt idx="63">
                  <c:v>3.15</c:v>
                </c:pt>
                <c:pt idx="64">
                  <c:v>3.2</c:v>
                </c:pt>
                <c:pt idx="65">
                  <c:v>3.25</c:v>
                </c:pt>
                <c:pt idx="66">
                  <c:v>3.3</c:v>
                </c:pt>
                <c:pt idx="67">
                  <c:v>3.35</c:v>
                </c:pt>
                <c:pt idx="68">
                  <c:v>3.4</c:v>
                </c:pt>
                <c:pt idx="69">
                  <c:v>3.45</c:v>
                </c:pt>
                <c:pt idx="70">
                  <c:v>3.5</c:v>
                </c:pt>
                <c:pt idx="71">
                  <c:v>3.55</c:v>
                </c:pt>
                <c:pt idx="72">
                  <c:v>3.6</c:v>
                </c:pt>
                <c:pt idx="73">
                  <c:v>3.65</c:v>
                </c:pt>
                <c:pt idx="74">
                  <c:v>3.7</c:v>
                </c:pt>
                <c:pt idx="75">
                  <c:v>3.75</c:v>
                </c:pt>
                <c:pt idx="76">
                  <c:v>3.8</c:v>
                </c:pt>
                <c:pt idx="77">
                  <c:v>3.85</c:v>
                </c:pt>
                <c:pt idx="78">
                  <c:v>3.9</c:v>
                </c:pt>
                <c:pt idx="79">
                  <c:v>3.95</c:v>
                </c:pt>
                <c:pt idx="80">
                  <c:v>4</c:v>
                </c:pt>
                <c:pt idx="81">
                  <c:v>4.05</c:v>
                </c:pt>
                <c:pt idx="82">
                  <c:v>4.1</c:v>
                </c:pt>
                <c:pt idx="83">
                  <c:v>4.15</c:v>
                </c:pt>
                <c:pt idx="84">
                  <c:v>4.2</c:v>
                </c:pt>
                <c:pt idx="85">
                  <c:v>4.25</c:v>
                </c:pt>
                <c:pt idx="86">
                  <c:v>4.3</c:v>
                </c:pt>
                <c:pt idx="87">
                  <c:v>4.35</c:v>
                </c:pt>
                <c:pt idx="88">
                  <c:v>4.4</c:v>
                </c:pt>
                <c:pt idx="89">
                  <c:v>4.45</c:v>
                </c:pt>
                <c:pt idx="90">
                  <c:v>4.5</c:v>
                </c:pt>
                <c:pt idx="91">
                  <c:v>4.55</c:v>
                </c:pt>
                <c:pt idx="92">
                  <c:v>4.6</c:v>
                </c:pt>
                <c:pt idx="93">
                  <c:v>4.65</c:v>
                </c:pt>
                <c:pt idx="94">
                  <c:v>4.7</c:v>
                </c:pt>
                <c:pt idx="95">
                  <c:v>4.75</c:v>
                </c:pt>
                <c:pt idx="96">
                  <c:v>4.8</c:v>
                </c:pt>
                <c:pt idx="97">
                  <c:v>4.85</c:v>
                </c:pt>
                <c:pt idx="98">
                  <c:v>4.9</c:v>
                </c:pt>
                <c:pt idx="99">
                  <c:v>4.95</c:v>
                </c:pt>
                <c:pt idx="100">
                  <c:v>5</c:v>
                </c:pt>
              </c:numCache>
            </c:numRef>
          </c:xVal>
          <c:yVal>
            <c:numRef>
              <c:f>'Chart Data'!$D$2:$D$102</c:f>
              <c:numCache>
                <c:formatCode>0.00</c:formatCode>
                <c:ptCount val="101"/>
                <c:pt idx="0">
                  <c:v>1.25</c:v>
                </c:pt>
                <c:pt idx="1">
                  <c:v>1.25</c:v>
                </c:pt>
                <c:pt idx="2">
                  <c:v>1.25</c:v>
                </c:pt>
                <c:pt idx="3">
                  <c:v>1.25</c:v>
                </c:pt>
                <c:pt idx="4">
                  <c:v>1.25</c:v>
                </c:pt>
                <c:pt idx="5">
                  <c:v>1.25</c:v>
                </c:pt>
                <c:pt idx="6">
                  <c:v>1.25</c:v>
                </c:pt>
                <c:pt idx="7">
                  <c:v>1.25</c:v>
                </c:pt>
                <c:pt idx="8">
                  <c:v>1.25</c:v>
                </c:pt>
                <c:pt idx="9">
                  <c:v>1.25</c:v>
                </c:pt>
                <c:pt idx="10">
                  <c:v>1.25</c:v>
                </c:pt>
                <c:pt idx="11">
                  <c:v>1.25</c:v>
                </c:pt>
                <c:pt idx="12">
                  <c:v>1.25</c:v>
                </c:pt>
                <c:pt idx="13">
                  <c:v>1.25</c:v>
                </c:pt>
                <c:pt idx="14">
                  <c:v>1.25</c:v>
                </c:pt>
                <c:pt idx="15">
                  <c:v>1.25</c:v>
                </c:pt>
                <c:pt idx="16">
                  <c:v>1.25</c:v>
                </c:pt>
                <c:pt idx="17">
                  <c:v>1.25</c:v>
                </c:pt>
                <c:pt idx="18">
                  <c:v>1.25</c:v>
                </c:pt>
                <c:pt idx="19">
                  <c:v>1.25</c:v>
                </c:pt>
                <c:pt idx="20">
                  <c:v>1.25</c:v>
                </c:pt>
                <c:pt idx="21">
                  <c:v>1.25</c:v>
                </c:pt>
                <c:pt idx="22">
                  <c:v>1.25</c:v>
                </c:pt>
                <c:pt idx="23">
                  <c:v>1.25</c:v>
                </c:pt>
                <c:pt idx="24">
                  <c:v>1.25</c:v>
                </c:pt>
                <c:pt idx="25">
                  <c:v>1.25</c:v>
                </c:pt>
                <c:pt idx="26">
                  <c:v>1.25</c:v>
                </c:pt>
                <c:pt idx="27">
                  <c:v>1.25</c:v>
                </c:pt>
                <c:pt idx="28">
                  <c:v>1.25</c:v>
                </c:pt>
                <c:pt idx="29">
                  <c:v>1.25</c:v>
                </c:pt>
                <c:pt idx="30">
                  <c:v>1.25</c:v>
                </c:pt>
                <c:pt idx="31">
                  <c:v>1.25</c:v>
                </c:pt>
                <c:pt idx="32">
                  <c:v>1.25</c:v>
                </c:pt>
                <c:pt idx="33">
                  <c:v>1.25</c:v>
                </c:pt>
                <c:pt idx="34">
                  <c:v>1.25</c:v>
                </c:pt>
                <c:pt idx="35">
                  <c:v>1.25</c:v>
                </c:pt>
                <c:pt idx="36">
                  <c:v>1.25</c:v>
                </c:pt>
                <c:pt idx="37">
                  <c:v>1.25</c:v>
                </c:pt>
                <c:pt idx="38">
                  <c:v>1.25</c:v>
                </c:pt>
                <c:pt idx="39">
                  <c:v>1.25</c:v>
                </c:pt>
                <c:pt idx="40">
                  <c:v>1.25</c:v>
                </c:pt>
                <c:pt idx="41">
                  <c:v>1.25</c:v>
                </c:pt>
                <c:pt idx="42">
                  <c:v>1.25</c:v>
                </c:pt>
                <c:pt idx="43">
                  <c:v>1.25</c:v>
                </c:pt>
                <c:pt idx="44">
                  <c:v>1.25</c:v>
                </c:pt>
                <c:pt idx="45">
                  <c:v>1.25</c:v>
                </c:pt>
                <c:pt idx="46">
                  <c:v>1.25</c:v>
                </c:pt>
                <c:pt idx="47">
                  <c:v>1.25</c:v>
                </c:pt>
                <c:pt idx="48">
                  <c:v>1.25</c:v>
                </c:pt>
                <c:pt idx="49">
                  <c:v>1.25</c:v>
                </c:pt>
                <c:pt idx="50">
                  <c:v>1.25</c:v>
                </c:pt>
                <c:pt idx="51">
                  <c:v>1.25</c:v>
                </c:pt>
                <c:pt idx="52">
                  <c:v>1.25</c:v>
                </c:pt>
                <c:pt idx="53">
                  <c:v>1.25</c:v>
                </c:pt>
                <c:pt idx="54">
                  <c:v>1.25</c:v>
                </c:pt>
                <c:pt idx="55">
                  <c:v>1.25</c:v>
                </c:pt>
                <c:pt idx="56">
                  <c:v>1.25</c:v>
                </c:pt>
                <c:pt idx="57">
                  <c:v>1.25</c:v>
                </c:pt>
                <c:pt idx="58">
                  <c:v>1.25</c:v>
                </c:pt>
                <c:pt idx="59">
                  <c:v>1.25</c:v>
                </c:pt>
                <c:pt idx="60">
                  <c:v>1.25</c:v>
                </c:pt>
                <c:pt idx="61">
                  <c:v>1.25</c:v>
                </c:pt>
                <c:pt idx="62">
                  <c:v>1.25</c:v>
                </c:pt>
                <c:pt idx="63">
                  <c:v>1.25</c:v>
                </c:pt>
                <c:pt idx="64">
                  <c:v>1.25</c:v>
                </c:pt>
                <c:pt idx="65">
                  <c:v>1.25</c:v>
                </c:pt>
                <c:pt idx="66">
                  <c:v>1.25</c:v>
                </c:pt>
                <c:pt idx="67">
                  <c:v>1.25</c:v>
                </c:pt>
                <c:pt idx="68">
                  <c:v>1.25</c:v>
                </c:pt>
                <c:pt idx="69">
                  <c:v>1.25</c:v>
                </c:pt>
                <c:pt idx="70">
                  <c:v>1.25</c:v>
                </c:pt>
                <c:pt idx="71">
                  <c:v>1.25</c:v>
                </c:pt>
                <c:pt idx="72">
                  <c:v>1.25</c:v>
                </c:pt>
                <c:pt idx="73">
                  <c:v>1.25</c:v>
                </c:pt>
                <c:pt idx="74">
                  <c:v>1.25</c:v>
                </c:pt>
                <c:pt idx="75">
                  <c:v>1.25</c:v>
                </c:pt>
                <c:pt idx="76">
                  <c:v>1.25</c:v>
                </c:pt>
                <c:pt idx="77">
                  <c:v>1.25</c:v>
                </c:pt>
                <c:pt idx="78">
                  <c:v>1.25</c:v>
                </c:pt>
                <c:pt idx="79">
                  <c:v>1.25</c:v>
                </c:pt>
                <c:pt idx="80">
                  <c:v>1.25</c:v>
                </c:pt>
                <c:pt idx="81">
                  <c:v>1.25</c:v>
                </c:pt>
                <c:pt idx="82">
                  <c:v>1.25</c:v>
                </c:pt>
                <c:pt idx="83">
                  <c:v>1.25</c:v>
                </c:pt>
                <c:pt idx="84">
                  <c:v>1.25</c:v>
                </c:pt>
                <c:pt idx="85">
                  <c:v>1.25</c:v>
                </c:pt>
                <c:pt idx="86">
                  <c:v>1.25</c:v>
                </c:pt>
                <c:pt idx="87">
                  <c:v>1.25</c:v>
                </c:pt>
                <c:pt idx="88">
                  <c:v>1.25</c:v>
                </c:pt>
                <c:pt idx="89">
                  <c:v>1.25</c:v>
                </c:pt>
                <c:pt idx="90">
                  <c:v>1.25</c:v>
                </c:pt>
                <c:pt idx="91">
                  <c:v>1.25</c:v>
                </c:pt>
                <c:pt idx="92">
                  <c:v>1.25</c:v>
                </c:pt>
                <c:pt idx="93">
                  <c:v>1.25</c:v>
                </c:pt>
                <c:pt idx="94">
                  <c:v>1.25</c:v>
                </c:pt>
                <c:pt idx="95">
                  <c:v>1.25</c:v>
                </c:pt>
                <c:pt idx="96">
                  <c:v>1.25</c:v>
                </c:pt>
                <c:pt idx="97">
                  <c:v>1.25</c:v>
                </c:pt>
                <c:pt idx="98">
                  <c:v>1.25</c:v>
                </c:pt>
                <c:pt idx="99">
                  <c:v>1.25</c:v>
                </c:pt>
                <c:pt idx="100">
                  <c:v>1.25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4"/>
          <c:min val="0.95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Height (m)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</c:valAx>
      <c:valAx>
        <c:axId val="48650112"/>
        <c:scaling>
          <c:orientation val="minMax"/>
          <c:max val="5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Simulation 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valAx>
      <c:spPr>
        <a:solidFill xmlns:a="http://schemas.openxmlformats.org/drawingml/2006/main">
          <a:srgbClr val="F8FAFB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8FAFB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68BF6-7F58-4576-9034-934257E7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GRaD-Nav Real4Real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0E7FE-9634-4516-BE0A-F93B451D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DDF67-3C77-4323-A981-590DC7EB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476B4-0B5B-4D7D-A4F1-D32EA22F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Native rendering and dynamics coupled</a:t>
            </a:r>
          </a:p>
          <a:p xmlns:a="http://schemas.openxmlformats.org/drawingml/2006/main">
            <a:pPr>
              <a:defRPr sz="39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Policy and fidelity remain blocked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38611-504B-43CF-AA33-AE7FFBF0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One existing A6000 host. No training. Instance remains running.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E2D1A-B74F-456E-933C-BB173D42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7C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7C88"/>
                </a:solidFill>
                <a:latin typeface="Helvetica Neue"/>
                <a:ea typeface="Helvetica Neue"/>
                <a:cs typeface="Helvetica Neue"/>
              </a:rPr>
              <a:t>Decision: study native rendering and dynamics. Defer calibrated Real4Real and policy claims.</a:t>
            </a:r>
          </a:p>
        </p:txBody>
      </p:sp>
    </p:spTree>
    <p:extLst>
      <p:ext uri="{BB962C8B-B14F-4D97-AF65-F5344CB8AC3E}">
        <p14:creationId xmlns:p14="http://schemas.microsoft.com/office/powerpoint/2010/main" val="2778411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CAD46-BD02-4907-88FE-089BB481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Real4Real evidence still needed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F29DD-3038-48DE-9582-04061F91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C5B1C-17B8-40F2-B793-12F70DA4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2B7D1-6F5B-4699-A36F-A5C33331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Outdoor residential, suburban and campus scenes below 100 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844DF-B33E-4504-906F-3F335BB6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Held-out horizontal and vertical camera trajectories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08486-5D97-4D49-927C-8806FB58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Capture at 15 m and rendering at 50 m remains a research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017A4-A7E7-4C47-8444-0983907E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Sparse capture coverage and sparse physical content need separate tests</a:t>
            </a:r>
          </a:p>
        </p:txBody>
      </p:sp>
    </p:spTree>
    <p:extLst>
      <p:ext uri="{BB962C8B-B14F-4D97-AF65-F5344CB8AC3E}">
        <p14:creationId xmlns:p14="http://schemas.microsoft.com/office/powerpoint/2010/main" val="20080491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6B699A-03F9-4A98-B6E4-6293B9BE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Action, state and observation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C45EF-B952-435C-B21B-CA9EDC5E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0937F-7ACC-40BA-AC77-35924065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3812B-2C18-4437-A131-DD56831D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0EC"/>
          </a:solidFill>
          <a:ln xmlns:a="http://schemas.openxmlformats.org/drawingml/2006/main" w="9525">
            <a:solidFill>
              <a:srgbClr val="17313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Requested</a:t>
            </a:r>
          </a:p>
          <a:p xmlns:a="http://schemas.openxmlformats.org/drawingml/2006/main">
            <a:pPr algn="ctr">
              <a:def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08C9A-5ED2-49BA-BFE1-4197E55B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8600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0EC"/>
          </a:solidFill>
          <a:ln xmlns:a="http://schemas.openxmlformats.org/drawingml/2006/main" w="9525">
            <a:solidFill>
              <a:srgbClr val="17313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Dynamics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AA4DD-014E-4429-A549-52A0A8C7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8600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0EC"/>
          </a:solidFill>
          <a:ln xmlns:a="http://schemas.openxmlformats.org/drawingml/2006/main" w="9525">
            <a:solidFill>
              <a:srgbClr val="17313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Achieved</a:t>
            </a:r>
          </a:p>
          <a:p xmlns:a="http://schemas.openxmlformats.org/drawingml/2006/main">
            <a:pPr algn="ctr">
              <a:def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C454C-46EF-40CF-B0F1-8F5F9D69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8600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0EC"/>
          </a:solidFill>
          <a:ln xmlns:a="http://schemas.openxmlformats.org/drawingml/2006/main" w="9525">
            <a:solidFill>
              <a:srgbClr val="17313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Camera</a:t>
            </a:r>
          </a:p>
          <a:p xmlns:a="http://schemas.openxmlformats.org/drawingml/2006/main">
            <a:pPr algn="ctr">
              <a:def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mount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8030E-6A12-43F3-86D0-2C5C188E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0EC"/>
          </a:solidFill>
          <a:ln xmlns:a="http://schemas.openxmlformats.org/drawingml/2006/main" w="9525">
            <a:solidFill>
              <a:srgbClr val="17313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Gaussian</a:t>
            </a:r>
          </a:p>
          <a:p xmlns:a="http://schemas.openxmlformats.org/drawingml/2006/main">
            <a:pPr algn="ctr">
              <a:def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renderer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65318-86E9-4B43-827D-74526C54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8600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0EC"/>
          </a:solidFill>
          <a:ln xmlns:a="http://schemas.openxmlformats.org/drawingml/2006/main" w="9525">
            <a:solidFill>
              <a:srgbClr val="17313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RGB and</a:t>
            </a:r>
          </a:p>
          <a:p xmlns:a="http://schemas.openxmlformats.org/drawingml/2006/main">
            <a:pPr algn="ctr">
              <a:def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depth</a:t>
            </a:r>
          </a:p>
        </p:txBody>
      </p: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171700" y="2819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313E"/>
            </a:solidFill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19550" y="2819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313E"/>
            </a:solidFill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67400" y="2819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313E"/>
            </a:solidFill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715250" y="2819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313E"/>
            </a:solidFill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563100" y="2819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313E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0F104-0BE5-4AA8-980C-EC666D18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7C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87C88"/>
                </a:solidFill>
                <a:latin typeface="Helvetica Neue"/>
                <a:ea typeface="Helvetica Neue"/>
                <a:cs typeface="Helvetica Neue"/>
              </a:rPr>
              <a:t>B: measured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9D351-6554-43AD-BE62-A68E04CC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Mounted pose checked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AEE587-B9DB-417A-B194-79B8FEB0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62375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rPr>
              <a:t>A/D: rendered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9F86A4-148B-4700-810C-F27A97BB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C needs the original actor, normalization, VAE and trained visual observation components.</a:t>
            </a:r>
          </a:p>
        </p:txBody>
      </p:sp>
    </p:spTree>
    <p:extLst>
      <p:ext uri="{BB962C8B-B14F-4D97-AF65-F5344CB8AC3E}">
        <p14:creationId xmlns:p14="http://schemas.microsoft.com/office/powerpoint/2010/main" val="4314877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FE96F-EA19-4A43-8B0B-99D4B1C2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Released scene assets recovered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04065-9BD7-48FB-95FF-5B1D7F5A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00609-446D-41E6-821B-34BDC1AF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8FE91-7363-4120-BFD0-EFB0EBC8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README file IDs returned 404. The author folder supplied replacement IDs.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E74A0-B4E9-4DCD-A127-5AF3CDE6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Gaussian archive 5.049 GB. Full expanded size 5.827 GB.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4C62C-8752-4AA7-8AE7-0DBED41F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Point-cloud archive 0.294 GB. Selected cloud 65.9 MB.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4B371-9830-4872-B51D-1A006813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Selected gate_mid inputs: 1.140 GB across 1,213 locally verified files.</a:t>
            </a:r>
          </a:p>
        </p:txBody>
      </p:sp>
    </p:spTree>
    <p:extLst>
      <p:ext uri="{BB962C8B-B14F-4D97-AF65-F5344CB8AC3E}">
        <p14:creationId xmlns:p14="http://schemas.microsoft.com/office/powerpoint/2010/main" val="5897166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45E43-738F-42C3-9413-7077BE34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B feedback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1D243-E11B-496C-ABB6-0402BA54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429E5-1CA0-4D7F-B223-710EF0EB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9600" y="1447800"/>
          <a:ext xmlns:a="http://schemas.openxmlformats.org/drawingml/2006/main" cx="790575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ee7a0c5114432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6D939-A81C-44FB-94A6-E80C664C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Final error</a:t>
            </a:r>
          </a:p>
          <a:p xmlns:a="http://schemas.openxmlformats.org/drawingml/2006/main">
            <a:pPr>
              <a:defRPr sz="232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0.0356 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91720-1A52-4F81-AB8A-5B319EF7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67050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rPr>
              <a:t>Overshoot</a:t>
            </a:r>
          </a:p>
          <a:p xmlns:a="http://schemas.openxmlformats.org/drawingml/2006/main">
            <a:pPr>
              <a:defRPr sz="2325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rPr>
              <a:t>0.1030 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AF893-D2F9-4848-97CA-05F8755A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5770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First 0.02 m band entry</a:t>
            </a:r>
          </a:p>
          <a:p xmlns:a="http://schemas.openxmlformats.org/drawingml/2006/main">
            <a:pPr>
              <a:defRPr sz="202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1.25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8422D-7915-4E18-B417-D0053D7A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The error band is an authored diagnostic. First entry does not establish settling or stable hover.</a:t>
            </a:r>
          </a:p>
        </p:txBody>
      </p:sp>
    </p:spTree>
    <p:extLst>
      <p:ext uri="{BB962C8B-B14F-4D97-AF65-F5344CB8AC3E}">
        <p14:creationId xmlns:p14="http://schemas.microsoft.com/office/powerpoint/2010/main" val="3293604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E142D-CEED-4475-8349-106E16F9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B scope and measured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594F0-9F83-48BB-A21B-3C6B8B9A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A9737-93A0-455E-8F5E-730E5008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C3EAE-350E-47F8-84FA-24D883FC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Force balance: 20 × 0.05 s. Height 1.25 m, drift 0.0 at float32 precision.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211F8-982D-4AAA-B1DD-92D5B7DD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Feedback: kp 2, kd 0.8. Initial perturbation −0.25 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FC28B-6700-4E24-9AA8-B56D2404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One second: drift +0.1706 m, remaining error 0.0794 m, no overshoot.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9F232-6DDF-4B34-8E64-18D9B486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Five seconds: drift +0.2144 m, error 0.0356 m, overshoot 0.1030 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DD1EA-8C79-4781-B89D-9AD026BE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No saturation. Dynamics median about 14.2 ms, with GPU synchronization. Rendering timing is reported separately; policy latency remains blocked.</a:t>
            </a:r>
          </a:p>
        </p:txBody>
      </p:sp>
    </p:spTree>
    <p:extLst>
      <p:ext uri="{BB962C8B-B14F-4D97-AF65-F5344CB8AC3E}">
        <p14:creationId xmlns:p14="http://schemas.microsoft.com/office/powerpoint/2010/main" val="9395886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D3A20-9F4E-4705-B4DC-7C92DD7B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Numerical camera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4F74E-8674-48AC-B2D0-3800F67E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59F87-4238-4CD3-8889-29799FEE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EBA56-890E-46BD-91AA-809A1468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Camera helper uses xyzw. Dynamics uses wxyz. Conflicting comments are recorded.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A21E3-F04F-485C-9347-E836F79E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Identity, 90° yaw and translation composition checks passed.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A3990-B88C-4784-A3F6-3A135C93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Active helper applies no dataparser normalization. Scale/alignment needs scene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4A2DB-5F7B-4406-96BF-B170A6F2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Rounded mount orthonormality residual: 0.00042425.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4F065-3B30-4891-B70A-BE60FFB6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rPr>
              <a:t>These are algebraic checks. Direct/author pixel parity is exact. Native D view is upright. Capture calibration remains unresolved.</a:t>
            </a:r>
          </a:p>
        </p:txBody>
      </p:sp>
    </p:spTree>
    <p:extLst>
      <p:ext uri="{BB962C8B-B14F-4D97-AF65-F5344CB8AC3E}">
        <p14:creationId xmlns:p14="http://schemas.microsoft.com/office/powerpoint/2010/main" val="17575584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00BF5-FFF9-46C4-B4D9-21A1F0B4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Compiler selection repaired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98187-2EE0-4561-A801-20DE4ECC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D23B8-19AB-4D02-9016-F49B6578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28566-6865-4DDB-A916-53018269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rPr>
              <a:t>Default GCC 12 cannot resolve cc1plus.</a:t>
            </a:r>
          </a:p>
          <a:p xmlns:a="http://schemas.openxmlformats.org/drawingml/2006/main">
            <a:pPr>
              <a:defRPr sz="2325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rPr>
              <a:t>The minimal CUDA control reproduces the exact failure.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72F29-F4FE-4B25-8696-AA2A4891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GCC 11 C++ and CUDA tests compile and run successfully.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B2D24-AEB0-46DD-ADD2-87FC7AB8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7C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7C88"/>
                </a:solidFill>
                <a:latin typeface="Helvetica Neue"/>
                <a:ea typeface="Helvetica Neue"/>
                <a:cs typeface="Helvetica Neue"/>
              </a:rPr>
              <a:t>Emitted gsplat command: -ccbin /usr/bin/gcc-11.</a:t>
            </a:r>
          </a:p>
          <a:p xmlns:a="http://schemas.openxmlformats.org/drawingml/2006/main">
            <a:pPr>
              <a:defRPr sz="2100" b="1">
                <a:solidFill>
                  <a:srgbClr val="187C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7C88"/>
                </a:solidFill>
                <a:latin typeface="Helvetica Neue"/>
                <a:ea typeface="Helvetica Neue"/>
                <a:cs typeface="Helvetica Neue"/>
              </a:rPr>
              <a:t>CXX: /usr/bin/g++-11. Binary linked and rendered.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19E59-6CBD-4DA4-B3CC-FC04BE39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One repair attempt. No package, driver or alternative changes.</a:t>
            </a:r>
          </a:p>
          <a:p xmlns:a="http://schemas.openxmlformats.org/drawingml/2006/main">
            <a:pPr>
              <a:defRPr sz="19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Debugging stopped after 12.12 minutes; second attempt unused.</a:t>
            </a:r>
          </a:p>
        </p:txBody>
      </p:sp>
    </p:spTree>
    <p:extLst>
      <p:ext uri="{BB962C8B-B14F-4D97-AF65-F5344CB8AC3E}">
        <p14:creationId xmlns:p14="http://schemas.microsoft.com/office/powerpoint/2010/main" val="4918785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746ED-4A22-4680-8269-A2AB5970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A: equal pixels, unresolved capture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6CE90-D5F4-4001-9298-DC963574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5C226-C5F9-4930-B75F-9712DF48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a557d40dd9441d"/>
          <a:stretch xmlns:a="http://schemas.openxmlformats.org/drawingml/2006/main"/>
        </p:blipFill>
        <p:spPr>
          <a:xfrm xmlns:a="http://schemas.openxmlformats.org/drawingml/2006/main">
            <a:off x="611188" y="1524000"/>
            <a:ext cx="5283200" cy="29718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da28d60a44c4e"/>
          <a:stretch xmlns:a="http://schemas.openxmlformats.org/drawingml/2006/main"/>
        </p:blipFill>
        <p:spPr>
          <a:xfrm xmlns:a="http://schemas.openxmlformats.org/drawingml/2006/main">
            <a:off x="6297613" y="1524000"/>
            <a:ext cx="5283200" cy="29718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3CA71-46FA-41B1-B507-92B09BEE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Associated author capture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01904-DB90-4231-A651-6AE7738E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63867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Frozen A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DB267-30B1-4595-81F5-631588C5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858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rPr>
              <a:t>All five direct/author RGB, depth and camera differences: 0.</a:t>
            </a:r>
          </a:p>
          <a:p xmlns:a="http://schemas.openxmlformats.org/drawingml/2006/main">
            <a:pPr>
              <a:defRPr sz="2025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rPr>
              <a:t>COLMAP/source poses agree exactly. Capture-to-checkpoint alignment remains unresolved.</a:t>
            </a:r>
          </a:p>
        </p:txBody>
      </p:sp>
    </p:spTree>
    <p:extLst>
      <p:ext uri="{BB962C8B-B14F-4D97-AF65-F5344CB8AC3E}">
        <p14:creationId xmlns:p14="http://schemas.microsoft.com/office/powerpoint/2010/main" val="11078406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31FB7-6EDB-435A-8573-F696D2A8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A rendering latency and depth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38BE5-CCE9-4851-8CCA-A7A536E6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6E3AD-3FC3-43D8-824B-8615C8EB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A036F-1794-45BE-AE4C-4AB57316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Direct render: median 2.765 ms; p95 2.802 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76B69-232B-4B6F-B23E-91AA0A80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Author render and pose/stack: median 3.426 ms; p95 3.490 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74E95-2BC1-458B-9574-1111D378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Raw RGB/depth + CPU transfer: median 3.500 ms; p95 3.595 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BC8F2-2D54-46D7-855F-309DEE9A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Peak Torch allocated 174.2 MB; driver/context totals sampled separately.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DFD2E-C90F-4F0A-A7F2-426FA16D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RGB+ED is expected camera-axis depth. No-hit diagnostic yields alpha 0 and depth 0. Learned-feature/policy timing remains blocked.</a:t>
            </a:r>
          </a:p>
        </p:txBody>
      </p:sp>
    </p:spTree>
    <p:extLst>
      <p:ext uri="{BB962C8B-B14F-4D97-AF65-F5344CB8AC3E}">
        <p14:creationId xmlns:p14="http://schemas.microsoft.com/office/powerpoint/2010/main" val="20730681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41602-0CD6-4C9B-B3D6-19E25666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D: achieved state determines the image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6C4B9-40C4-43DF-ADFC-AE8623A4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58ADB-8A2F-4927-84C2-ACAB2693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9ee68004684f2a"/>
          <a:stretch xmlns:a="http://schemas.openxmlformats.org/drawingml/2006/main"/>
        </p:blipFill>
        <p:spPr>
          <a:xfrm xmlns:a="http://schemas.openxmlformats.org/drawingml/2006/main">
            <a:off x="611188" y="1524000"/>
            <a:ext cx="5283200" cy="29718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99b989cf4492a"/>
          <a:stretch xmlns:a="http://schemas.openxmlformats.org/drawingml/2006/main"/>
        </p:blipFill>
        <p:spPr>
          <a:xfrm xmlns:a="http://schemas.openxmlformats.org/drawingml/2006/main">
            <a:off x="6297613" y="1524000"/>
            <a:ext cx="5283200" cy="29718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7D594-179C-4B5B-9A7D-C870836C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528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First frame: upright native gate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3F0EE-C120-4070-B67A-BDEF401F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638675"/>
            <a:ext cx="528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Final frame: follows achieved height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46922-DDBA-49CE-A9DE-9238E68A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7C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7C88"/>
                </a:solidFill>
                <a:latin typeface="Helvetica Neue"/>
                <a:ea typeface="Helvetica Neue"/>
                <a:cs typeface="Helvetica Neue"/>
              </a:rPr>
              <a:t>Height 1.15 → 1.21829; controller kp 2, kd 0.8.</a:t>
            </a:r>
          </a:p>
          <a:p xmlns:a="http://schemas.openxmlformats.org/drawingml/2006/main">
            <a:pPr>
              <a:defRPr sz="2025" b="1">
                <a:solidFill>
                  <a:srgbClr val="187C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7C88"/>
                </a:solidFill>
                <a:latin typeface="Helvetica Neue"/>
                <a:ea typeface="Helvetica Neue"/>
                <a:cs typeface="Helvetica Neue"/>
              </a:rPr>
              <a:t>Coordinate coupling works. Metric flight, task success and outdoor fidelity remain blocked.</a:t>
            </a:r>
          </a:p>
        </p:txBody>
      </p:sp>
    </p:spTree>
    <p:extLst>
      <p:ext uri="{BB962C8B-B14F-4D97-AF65-F5344CB8AC3E}">
        <p14:creationId xmlns:p14="http://schemas.microsoft.com/office/powerpoint/2010/main" val="10221639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65180-E243-49A8-9020-2611B256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Native policy and collision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A6A26-2233-4788-88E9-6C693BC9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609D5-E012-4827-BEB9-B5A558A5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1D860-8B87-43DB-AACA-7A04C07E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C blocked: scene checkpoints do not supply the original six learned components.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FCC2F-29F5-4EDA-B31B-0D7A32DA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The native body-rate termination check reads quaternion fields 10:13.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A50EC-F847-46EE-B810-35467B4B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Obstacle handling uses forward-FOV nearest-point distance and reward.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30F35-A65C-4871-90AD-C80B70B8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Rear and coincident synthetic points returned infinity. No body-volume contact test.</a:t>
            </a:r>
          </a:p>
        </p:txBody>
      </p:sp>
    </p:spTree>
    <p:extLst>
      <p:ext uri="{BB962C8B-B14F-4D97-AF65-F5344CB8AC3E}">
        <p14:creationId xmlns:p14="http://schemas.microsoft.com/office/powerpoint/2010/main" val="12849257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F33A2-CE3C-4CD7-8FD4-4B25A4A8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Outdoor fidelity remains untested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BB0F2-E15C-46C7-97B0-4D75993C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DF530-61EB-4ECF-9C2B-2C4372C0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25A51-B29A-4FE5-A77A-ED261856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No PSNR, SSIM or LPIPS result. No validated held-out reconstruction split.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DF6FE-EE58-4D99-B3DB-9E7ECF22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No altitude-change, sparse-capture, vegetation or moving-object experiment.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3E2F5-C4F7-4072-9BA3-EE81FA18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Indoor/gate paper results motivate study. Outdoor and racing were not executed.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75137-9F7B-4F0C-B3C0-B078B04C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Other candidate scenes, controllers and hardware differ. No matched ranking.</a:t>
            </a:r>
          </a:p>
        </p:txBody>
      </p:sp>
    </p:spTree>
    <p:extLst>
      <p:ext uri="{BB962C8B-B14F-4D97-AF65-F5344CB8AC3E}">
        <p14:creationId xmlns:p14="http://schemas.microsoft.com/office/powerpoint/2010/main" val="4862660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A37B4-8AC9-49D1-A8D3-C033CCB3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Decision, preservation and next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AD8D3-660C-40C9-AAA3-851D7105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A417B-1376-45EB-A6F3-8917805C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3D5DC-9FA8-41EF-8145-76157C20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5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87C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7C88"/>
                </a:solidFill>
                <a:latin typeface="Helvetica Neue"/>
                <a:ea typeface="Helvetica Neue"/>
                <a:cs typeface="Helvetica Neue"/>
              </a:rPr>
              <a:t>Native rendering and dynamics work as research components. Defer calibrated Real4Real and policy reproduction.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E049E-7BCC-4A1A-9D16-A5C6D967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All 16 run directories and 1,213 scientific files verified locally.</a:t>
            </a:r>
          </a:p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Logs, configs, route records and compiler failures are preserved.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43F7D-ADA0-4AAD-A83D-32755B68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Next evidence: author-confirmed scene/capture registration, metric scale, original learned components and trusted held-out real capture.</a:t>
            </a:r>
          </a:p>
        </p:txBody>
      </p:sp>
    </p:spTree>
    <p:extLst>
      <p:ext uri="{BB962C8B-B14F-4D97-AF65-F5344CB8AC3E}">
        <p14:creationId xmlns:p14="http://schemas.microsoft.com/office/powerpoint/2010/main" val="297199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25B93-012E-4956-A49E-AB176433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Provenance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C7C53-2EAD-466D-A9B2-0836B191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7E708-123E-4941-B827-0BA27A1D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E945A-B2B2-4D22-9B31-68909788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Upstream baseline: d9b00e16107338e49071c65f44582c013e522633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F7A93-870B-443E-8476-0F387016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Current source inspected: 95218abe9a5d355519cdaab78d915365303066fe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ED211-E21C-4896-9698-FD415F21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Host: Ubuntu 22.04.5, RTX A6000, 6 vCPU, 47 GiB 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9BD24-A531-4515-BB6B-83C4C2F6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Rendering stack: Torch 2.1.2/cu118, NS 1.1.3, gsplat 1.0.0.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A5130-0F5F-4BA1-A933-1027080E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Full-instance charges unknown. $0.54/hour is an unconfirmed GPU-only quote. No termination or cleanup occurred.</a:t>
            </a:r>
          </a:p>
        </p:txBody>
      </p:sp>
    </p:spTree>
    <p:extLst>
      <p:ext uri="{BB962C8B-B14F-4D97-AF65-F5344CB8AC3E}">
        <p14:creationId xmlns:p14="http://schemas.microsoft.com/office/powerpoint/2010/main" val="10840885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2026-10-09T02:24:39.9260000Z</dcterms:created>
  <dcterms:modified xsi:type="dcterms:W3CDTF">2026-10-09T02:24:39.9260000Z</dcterms:modified>
</coreProperties>
</file>