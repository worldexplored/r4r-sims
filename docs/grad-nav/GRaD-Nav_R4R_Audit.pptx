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f37fed78494d26" /><Relationship Type="http://schemas.openxmlformats.org/officeDocument/2006/relationships/extended-properties" Target="/docProps/app.xml" Id="R2238d0a343a045a7" /><Relationship Type="http://schemas.openxmlformats.org/officeDocument/2006/relationships/officeDocument" Target="/ppt/presentation.xml" Id="R2d36aa83359043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88de5bd5164fc8"/>
  </p:sldMasterIdLst>
  <p:notesMasterIdLst>
    <p:notesMasterId xmlns:r="http://schemas.openxmlformats.org/officeDocument/2006/relationships" r:id="Rda6da6d93cf940b8"/>
  </p:notesMasterIdLst>
  <p:sldIdLst>
    <p:sldId xmlns:r="http://schemas.openxmlformats.org/officeDocument/2006/relationships" id="256" r:id="R84da24f397654f95"/>
    <p:sldId xmlns:r="http://schemas.openxmlformats.org/officeDocument/2006/relationships" id="257" r:id="Rb79908ae9b074463"/>
    <p:sldId xmlns:r="http://schemas.openxmlformats.org/officeDocument/2006/relationships" id="258" r:id="R7573c8a718ea4e45"/>
    <p:sldId xmlns:r="http://schemas.openxmlformats.org/officeDocument/2006/relationships" id="259" r:id="R18d4d2dde1eb4a8e"/>
    <p:sldId xmlns:r="http://schemas.openxmlformats.org/officeDocument/2006/relationships" id="260" r:id="R9957a7f9dfe04f1e"/>
    <p:sldId xmlns:r="http://schemas.openxmlformats.org/officeDocument/2006/relationships" id="261" r:id="R7c21899f550749ca"/>
    <p:sldId xmlns:r="http://schemas.openxmlformats.org/officeDocument/2006/relationships" id="262" r:id="Rc820575d15d145d2"/>
    <p:sldId xmlns:r="http://schemas.openxmlformats.org/officeDocument/2006/relationships" id="263" r:id="R2770f5d887db4033"/>
    <p:sldId xmlns:r="http://schemas.openxmlformats.org/officeDocument/2006/relationships" id="264" r:id="R91460bbcaba04f3f"/>
    <p:sldId xmlns:r="http://schemas.openxmlformats.org/officeDocument/2006/relationships" id="265" r:id="Ref4a3bd3a238456b"/>
    <p:sldId xmlns:r="http://schemas.openxmlformats.org/officeDocument/2006/relationships" id="266" r:id="R4f0ae4ab7f834088"/>
    <p:sldId xmlns:r="http://schemas.openxmlformats.org/officeDocument/2006/relationships" id="267" r:id="Rfa0d6a9855ca44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ce8fdbd0a84e29" /><Relationship Type="http://schemas.openxmlformats.org/officeDocument/2006/relationships/slideMaster" Target="/ppt/slideMasters/slideMaster1.xml" Id="R0488de5bd5164fc8" /><Relationship Type="http://schemas.openxmlformats.org/officeDocument/2006/relationships/notesMaster" Target="/ppt/notesMasters/notesMaster1.xml" Id="Rda6da6d93cf940b8" /><Relationship Type="http://schemas.openxmlformats.org/officeDocument/2006/relationships/presProps" Target="/ppt/presProps.xml" Id="R8c2129bd4cd74544" /><Relationship Type="http://schemas.openxmlformats.org/officeDocument/2006/relationships/tableStyles" Target="/ppt/tableStyles.xml" Id="R8d4b56343cf94b01" /><Relationship Type="http://schemas.openxmlformats.org/officeDocument/2006/relationships/slide" Target="/ppt/slides/slide1.xml" Id="R84da24f397654f95" /><Relationship Type="http://schemas.openxmlformats.org/officeDocument/2006/relationships/slide" Target="/ppt/slides/slide2.xml" Id="Rb79908ae9b074463" /><Relationship Type="http://schemas.openxmlformats.org/officeDocument/2006/relationships/slide" Target="/ppt/slides/slide3.xml" Id="R7573c8a718ea4e45" /><Relationship Type="http://schemas.openxmlformats.org/officeDocument/2006/relationships/slide" Target="/ppt/slides/slide4.xml" Id="R18d4d2dde1eb4a8e" /><Relationship Type="http://schemas.openxmlformats.org/officeDocument/2006/relationships/slide" Target="/ppt/slides/slide5.xml" Id="R9957a7f9dfe04f1e" /><Relationship Type="http://schemas.openxmlformats.org/officeDocument/2006/relationships/slide" Target="/ppt/slides/slide6.xml" Id="R7c21899f550749ca" /><Relationship Type="http://schemas.openxmlformats.org/officeDocument/2006/relationships/slide" Target="/ppt/slides/slide7.xml" Id="Rc820575d15d145d2" /><Relationship Type="http://schemas.openxmlformats.org/officeDocument/2006/relationships/slide" Target="/ppt/slides/slide8.xml" Id="R2770f5d887db4033" /><Relationship Type="http://schemas.openxmlformats.org/officeDocument/2006/relationships/slide" Target="/ppt/slides/slide9.xml" Id="R91460bbcaba04f3f" /><Relationship Type="http://schemas.openxmlformats.org/officeDocument/2006/relationships/slide" Target="/ppt/slides/slide10.xml" Id="Ref4a3bd3a238456b" /><Relationship Type="http://schemas.openxmlformats.org/officeDocument/2006/relationships/slide" Target="/ppt/slides/slide11.xml" Id="R4f0ae4ab7f834088" /><Relationship Type="http://schemas.openxmlformats.org/officeDocument/2006/relationships/slide" Target="/ppt/slides/slide12.xml" Id="Rfa0d6a9855ca44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e82c922aa748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03cd12dd0e4833" /><Relationship Type="http://schemas.openxmlformats.org/officeDocument/2006/relationships/notesMaster" Target="/ppt/notesMasters/notesMaster1.xml" Id="R1f168c6dd28a4f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a9851a48014e0a" /><Relationship Type="http://schemas.openxmlformats.org/officeDocument/2006/relationships/notesMaster" Target="/ppt/notesMasters/notesMaster1.xml" Id="R129be7c4653f43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08044e9c9043be" /><Relationship Type="http://schemas.openxmlformats.org/officeDocument/2006/relationships/notesMaster" Target="/ppt/notesMasters/notesMaster1.xml" Id="R0af4efa0347244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63c7c1dc65407a" /><Relationship Type="http://schemas.openxmlformats.org/officeDocument/2006/relationships/notesMaster" Target="/ppt/notesMasters/notesMaster1.xml" Id="Rb78528f6ea5f4c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a96d0c3e064b99" /><Relationship Type="http://schemas.openxmlformats.org/officeDocument/2006/relationships/notesMaster" Target="/ppt/notesMasters/notesMaster1.xml" Id="Rec32605639c34a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20ddb5f5f64d88" /><Relationship Type="http://schemas.openxmlformats.org/officeDocument/2006/relationships/notesMaster" Target="/ppt/notesMasters/notesMaster1.xml" Id="R31c11dee5aca43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e6fb3879104533" /><Relationship Type="http://schemas.openxmlformats.org/officeDocument/2006/relationships/notesMaster" Target="/ppt/notesMasters/notesMaster1.xml" Id="R19f2cba36eaa40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162352dbbb4bb7" /><Relationship Type="http://schemas.openxmlformats.org/officeDocument/2006/relationships/notesMaster" Target="/ppt/notesMasters/notesMaster1.xml" Id="Rb64d0b5117074a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2c73b415104e89" /><Relationship Type="http://schemas.openxmlformats.org/officeDocument/2006/relationships/notesMaster" Target="/ppt/notesMasters/notesMaster1.xml" Id="Rda12bacddf4d48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01f4bd315542af" /><Relationship Type="http://schemas.openxmlformats.org/officeDocument/2006/relationships/notesMaster" Target="/ppt/notesMasters/notesMaster1.xml" Id="Rb1955280ad1840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dfc6059e334dac" /><Relationship Type="http://schemas.openxmlformats.org/officeDocument/2006/relationships/notesMaster" Target="/ppt/notesMasters/notesMaster1.xml" Id="R0b09f84bcee944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f739ef8a37407b" /><Relationship Type="http://schemas.openxmlformats.org/officeDocument/2006/relationships/notesMaster" Target="/ppt/notesMasters/notesMaster1.xml" Id="R25066dd47e5245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Project context: docs/r4r-audit-context.md. No AirLab calibrated held-out assets were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B executes direct dynamics. Transform checks execute exact baseline helpers. A and D fail before a rendered image. Native actor/CENet omitted, never replaced with random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Author Drive replacement IDs and archive SHA256 are in asset-inventory.csv and results/grad-nav/preflight/download-hashes.json. Scene terms remain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20261009T012429Z-recovery-e58f8a state.jsonl. kp=2 N/m, kd=0.8 N/(m/s), target1.25m, initial1.0m. Direct normalized thrust and zero rates, noise0. Timing/geometry are simulation diagnostics.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Force/smoke/recovery metrics.json, config.json and action/state records. No visual policy or native delay/filter/contact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20261009T012433Z-conversion-04f90b/conversion.json and pinned gs_local.py. Loaded camera metadata recorded in failed A attempts.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repair-history.json. A final20261009T013743Z-a-b58f3b and D final20261009T013759Z-d-1ca173 console logs. No additional compiler/package repair after user stop.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Pinned drone_long_traj.py:777 reads privileged10:13. Quaternions9:13, rates13:16. point_cloud_util.py FOV diagnostics. GradNav.load six-object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Dataset transforms/config are preserved, but prior reconstruction/fitting exclusion is not attested. Comparisons read from recorded Project AirSim, Unreal and TravelUAV branch SHAs.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artifact-index.md, preservation.json, sources.md and handoff.md. Original phase1 retained with hashes. No unrelated files/environments/drivers/processes changed. Instance remains running.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https://github.com/WorldExplored/R4R-Sims/tree/audit/grad-nav/results/grad-nav/. Exact source refs: docs/grad-nav/sources.md. All source/runtime failures are retained.</a:t>
            </a:r>
          </a:p>
          <a:p xmlns:a="http://schemas.openxmlformats.org/drawingml/2006/main">
            <a:r>
              <a:t>Full upstream lines and asset digests in sources.md, asset-inventory.csv and repair-history.json. See repository artifact index for each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758d171bc49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4139b8846d4334" /><Relationship Type="http://schemas.openxmlformats.org/officeDocument/2006/relationships/slideLayout" Target="/ppt/slideLayouts/slideLayout1.xml" Id="R0a1e9e81fd9142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1e9e81fd9142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3f56223934fd7" /><Relationship Type="http://schemas.openxmlformats.org/officeDocument/2006/relationships/notesSlide" Target="/ppt/notesSlides/notesSlide1.xml" Id="R66ed7f48c5514c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9eb4b815347b3" /><Relationship Type="http://schemas.openxmlformats.org/officeDocument/2006/relationships/notesSlide" Target="/ppt/notesSlides/notesSlide2.xml" Id="Re9376827655e48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5dddfd97b483b" /><Relationship Type="http://schemas.openxmlformats.org/officeDocument/2006/relationships/notesSlide" Target="/ppt/notesSlides/notesSlide3.xml" Id="R6b5b280aa5b043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7cf0a0d87473f" /><Relationship Type="http://schemas.openxmlformats.org/officeDocument/2006/relationships/notesSlide" Target="/ppt/notesSlides/notesSlide4.xml" Id="R7380b2c92f254d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0a960d63c486a" /><Relationship Type="http://schemas.openxmlformats.org/officeDocument/2006/relationships/chart" Target="/ppt/slides/charts/chart1.xml" Id="R8160c2a5a86b4a01" /><Relationship Type="http://schemas.openxmlformats.org/officeDocument/2006/relationships/notesSlide" Target="/ppt/notesSlides/notesSlide5.xml" Id="R69db14d3f22847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ac6b615be453f" /><Relationship Type="http://schemas.openxmlformats.org/officeDocument/2006/relationships/notesSlide" Target="/ppt/notesSlides/notesSlide6.xml" Id="R3d34fee9cae148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45bce4c0f49d3" /><Relationship Type="http://schemas.openxmlformats.org/officeDocument/2006/relationships/notesSlide" Target="/ppt/notesSlides/notesSlide7.xml" Id="R8f66bba762ef47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96e28d2e941c8" /><Relationship Type="http://schemas.openxmlformats.org/officeDocument/2006/relationships/notesSlide" Target="/ppt/notesSlides/notesSlide8.xml" Id="Rb754de4f27cb40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68eec438e4a6b" /><Relationship Type="http://schemas.openxmlformats.org/officeDocument/2006/relationships/notesSlide" Target="/ppt/notesSlides/notesSlide9.xml" Id="Rc9684540688b49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ce2c5999d4dd8" /><Relationship Type="http://schemas.openxmlformats.org/officeDocument/2006/relationships/notesSlide" Target="/ppt/notesSlides/notesSlide10.xml" Id="R31e617c2f20d45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72ee71ac943fa" /><Relationship Type="http://schemas.openxmlformats.org/officeDocument/2006/relationships/notesSlide" Target="/ppt/notesSlides/notesSlide11.xml" Id="R4df9299fbaa045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26026750f4ea2" /><Relationship Type="http://schemas.openxmlformats.org/officeDocument/2006/relationships/notesSlide" Target="/ppt/notesSlides/notesSlide12.xml" Id="R22549a2bdb9c473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Achieved height</c:v>
          </c:tx>
          <c:spPr>
            <a:ln xmlns:a="http://schemas.openxmlformats.org/drawingml/2006/main" w="28575">
              <a:solidFill>
                <a:srgbClr val="187C88"/>
              </a:solidFill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</c:v>
                </c:pt>
                <c:pt idx="23">
                  <c:v>1.15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2.05</c:v>
                </c:pt>
                <c:pt idx="42">
                  <c:v>2.1</c:v>
                </c:pt>
                <c:pt idx="43">
                  <c:v>2.15</c:v>
                </c:pt>
                <c:pt idx="44">
                  <c:v>2.2</c:v>
                </c:pt>
                <c:pt idx="45">
                  <c:v>2.25</c:v>
                </c:pt>
                <c:pt idx="46">
                  <c:v>2.3</c:v>
                </c:pt>
                <c:pt idx="47">
                  <c:v>2.35</c:v>
                </c:pt>
                <c:pt idx="48">
                  <c:v>2.4</c:v>
                </c:pt>
                <c:pt idx="49">
                  <c:v>2.45</c:v>
                </c:pt>
                <c:pt idx="50">
                  <c:v>2.5</c:v>
                </c:pt>
                <c:pt idx="51">
                  <c:v>2.55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  <c:pt idx="61">
                  <c:v>3.05</c:v>
                </c:pt>
                <c:pt idx="62">
                  <c:v>3.1</c:v>
                </c:pt>
                <c:pt idx="63">
                  <c:v>3.15</c:v>
                </c:pt>
                <c:pt idx="64">
                  <c:v>3.2</c:v>
                </c:pt>
                <c:pt idx="65">
                  <c:v>3.25</c:v>
                </c:pt>
                <c:pt idx="66">
                  <c:v>3.3</c:v>
                </c:pt>
                <c:pt idx="67">
                  <c:v>3.35</c:v>
                </c:pt>
                <c:pt idx="68">
                  <c:v>3.4</c:v>
                </c:pt>
                <c:pt idx="69">
                  <c:v>3.45</c:v>
                </c:pt>
                <c:pt idx="70">
                  <c:v>3.5</c:v>
                </c:pt>
                <c:pt idx="71">
                  <c:v>3.55</c:v>
                </c:pt>
                <c:pt idx="72">
                  <c:v>3.6</c:v>
                </c:pt>
                <c:pt idx="73">
                  <c:v>3.65</c:v>
                </c:pt>
                <c:pt idx="74">
                  <c:v>3.7</c:v>
                </c:pt>
                <c:pt idx="75">
                  <c:v>3.75</c:v>
                </c:pt>
                <c:pt idx="76">
                  <c:v>3.8</c:v>
                </c:pt>
                <c:pt idx="77">
                  <c:v>3.85</c:v>
                </c:pt>
                <c:pt idx="78">
                  <c:v>3.9</c:v>
                </c:pt>
                <c:pt idx="79">
                  <c:v>3.95</c:v>
                </c:pt>
                <c:pt idx="80">
                  <c:v>4</c:v>
                </c:pt>
                <c:pt idx="81">
                  <c:v>4.05</c:v>
                </c:pt>
                <c:pt idx="82">
                  <c:v>4.1</c:v>
                </c:pt>
                <c:pt idx="83">
                  <c:v>4.15</c:v>
                </c:pt>
                <c:pt idx="84">
                  <c:v>4.2</c:v>
                </c:pt>
                <c:pt idx="85">
                  <c:v>4.25</c:v>
                </c:pt>
                <c:pt idx="86">
                  <c:v>4.3</c:v>
                </c:pt>
                <c:pt idx="87">
                  <c:v>4.35</c:v>
                </c:pt>
                <c:pt idx="88">
                  <c:v>4.4</c:v>
                </c:pt>
                <c:pt idx="89">
                  <c:v>4.45</c:v>
                </c:pt>
                <c:pt idx="90">
                  <c:v>4.5</c:v>
                </c:pt>
                <c:pt idx="91">
                  <c:v>4.55</c:v>
                </c:pt>
                <c:pt idx="92">
                  <c:v>4.6</c:v>
                </c:pt>
                <c:pt idx="93">
                  <c:v>4.65</c:v>
                </c:pt>
                <c:pt idx="94">
                  <c:v>4.7</c:v>
                </c:pt>
                <c:pt idx="95">
                  <c:v>4.75</c:v>
                </c:pt>
                <c:pt idx="96">
                  <c:v>4.8</c:v>
                </c:pt>
                <c:pt idx="97">
                  <c:v>4.85</c:v>
                </c:pt>
                <c:pt idx="98">
                  <c:v>4.9</c:v>
                </c:pt>
                <c:pt idx="99">
                  <c:v>4.95</c:v>
                </c:pt>
                <c:pt idx="100">
                  <c:v>5</c:v>
                </c:pt>
              </c:numCache>
            </c:numRef>
          </c:xVal>
          <c:yVal>
            <c:numRef>
              <c:f>'Chart Data'!$B$2:$B$102</c:f>
              <c:numCache>
                <c:formatCode>General</c:formatCode>
                <c:ptCount val="101"/>
                <c:pt idx="0">
                  <c:v>1</c:v>
                </c:pt>
                <c:pt idx="1">
                  <c:v>1.000688</c:v>
                </c:pt>
                <c:pt idx="2">
                  <c:v>1.002596</c:v>
                </c:pt>
                <c:pt idx="3">
                  <c:v>1.005669</c:v>
                </c:pt>
                <c:pt idx="4">
                  <c:v>1.009847</c:v>
                </c:pt>
                <c:pt idx="5">
                  <c:v>1.015067</c:v>
                </c:pt>
                <c:pt idx="6">
                  <c:v>1.021264</c:v>
                </c:pt>
                <c:pt idx="7">
                  <c:v>1.02837</c:v>
                </c:pt>
                <c:pt idx="8">
                  <c:v>1.036314</c:v>
                </c:pt>
                <c:pt idx="9">
                  <c:v>1.045024</c:v>
                </c:pt>
                <c:pt idx="10">
                  <c:v>1.054427</c:v>
                </c:pt>
                <c:pt idx="11">
                  <c:v>1.064451</c:v>
                </c:pt>
                <c:pt idx="12">
                  <c:v>1.075021</c:v>
                </c:pt>
                <c:pt idx="13">
                  <c:v>1.086063</c:v>
                </c:pt>
                <c:pt idx="14">
                  <c:v>1.097504</c:v>
                </c:pt>
                <c:pt idx="15">
                  <c:v>1.109272</c:v>
                </c:pt>
                <c:pt idx="16">
                  <c:v>1.121294</c:v>
                </c:pt>
                <c:pt idx="17">
                  <c:v>1.133502</c:v>
                </c:pt>
                <c:pt idx="18">
                  <c:v>1.145827</c:v>
                </c:pt>
                <c:pt idx="19">
                  <c:v>1.158203</c:v>
                </c:pt>
                <c:pt idx="20">
                  <c:v>1.170566</c:v>
                </c:pt>
                <c:pt idx="21">
                  <c:v>1.182854</c:v>
                </c:pt>
                <c:pt idx="22">
                  <c:v>1.19501</c:v>
                </c:pt>
                <c:pt idx="23">
                  <c:v>1.206978</c:v>
                </c:pt>
                <c:pt idx="24">
                  <c:v>1.218704</c:v>
                </c:pt>
                <c:pt idx="25">
                  <c:v>1.230141</c:v>
                </c:pt>
                <c:pt idx="26">
                  <c:v>1.241241</c:v>
                </c:pt>
                <c:pt idx="27">
                  <c:v>1.251961</c:v>
                </c:pt>
                <c:pt idx="28">
                  <c:v>1.262265</c:v>
                </c:pt>
                <c:pt idx="29">
                  <c:v>1.272115</c:v>
                </c:pt>
                <c:pt idx="30">
                  <c:v>1.281479</c:v>
                </c:pt>
                <c:pt idx="31">
                  <c:v>1.29033</c:v>
                </c:pt>
                <c:pt idx="32">
                  <c:v>1.298643</c:v>
                </c:pt>
                <c:pt idx="33">
                  <c:v>1.306397</c:v>
                </c:pt>
                <c:pt idx="34">
                  <c:v>1.313574</c:v>
                </c:pt>
                <c:pt idx="35">
                  <c:v>1.320162</c:v>
                </c:pt>
                <c:pt idx="36">
                  <c:v>1.326148</c:v>
                </c:pt>
                <c:pt idx="37">
                  <c:v>1.331527</c:v>
                </c:pt>
                <c:pt idx="38">
                  <c:v>1.336294</c:v>
                </c:pt>
                <c:pt idx="39">
                  <c:v>1.340449</c:v>
                </c:pt>
                <c:pt idx="40">
                  <c:v>1.343995</c:v>
                </c:pt>
                <c:pt idx="41">
                  <c:v>1.346937</c:v>
                </c:pt>
                <c:pt idx="42">
                  <c:v>1.349282</c:v>
                </c:pt>
                <c:pt idx="43">
                  <c:v>1.351043</c:v>
                </c:pt>
                <c:pt idx="44">
                  <c:v>1.352232</c:v>
                </c:pt>
                <c:pt idx="45">
                  <c:v>1.352865</c:v>
                </c:pt>
                <c:pt idx="46">
                  <c:v>1.352959</c:v>
                </c:pt>
                <c:pt idx="47">
                  <c:v>1.352535</c:v>
                </c:pt>
                <c:pt idx="48">
                  <c:v>1.351614</c:v>
                </c:pt>
                <c:pt idx="49">
                  <c:v>1.350221</c:v>
                </c:pt>
                <c:pt idx="50">
                  <c:v>1.348379</c:v>
                </c:pt>
                <c:pt idx="51">
                  <c:v>1.346114</c:v>
                </c:pt>
                <c:pt idx="52">
                  <c:v>1.343455</c:v>
                </c:pt>
                <c:pt idx="53">
                  <c:v>1.340428</c:v>
                </c:pt>
                <c:pt idx="54">
                  <c:v>1.337065</c:v>
                </c:pt>
                <c:pt idx="55">
                  <c:v>1.333393</c:v>
                </c:pt>
                <c:pt idx="56">
                  <c:v>1.329444</c:v>
                </c:pt>
                <c:pt idx="57">
                  <c:v>1.325247</c:v>
                </c:pt>
                <c:pt idx="58">
                  <c:v>1.320832</c:v>
                </c:pt>
                <c:pt idx="59">
                  <c:v>1.316231</c:v>
                </c:pt>
                <c:pt idx="60">
                  <c:v>1.311474</c:v>
                </c:pt>
                <c:pt idx="61">
                  <c:v>1.306588</c:v>
                </c:pt>
                <c:pt idx="62">
                  <c:v>1.301606</c:v>
                </c:pt>
                <c:pt idx="63">
                  <c:v>1.296553</c:v>
                </c:pt>
                <c:pt idx="64">
                  <c:v>1.29146</c:v>
                </c:pt>
                <c:pt idx="65">
                  <c:v>1.286353</c:v>
                </c:pt>
                <c:pt idx="66">
                  <c:v>1.281257</c:v>
                </c:pt>
                <c:pt idx="67">
                  <c:v>1.276198</c:v>
                </c:pt>
                <c:pt idx="68">
                  <c:v>1.271199</c:v>
                </c:pt>
                <c:pt idx="69">
                  <c:v>1.266285</c:v>
                </c:pt>
                <c:pt idx="70">
                  <c:v>1.261475</c:v>
                </c:pt>
                <c:pt idx="71">
                  <c:v>1.25679</c:v>
                </c:pt>
                <c:pt idx="72">
                  <c:v>1.252249</c:v>
                </c:pt>
                <c:pt idx="73">
                  <c:v>1.247868</c:v>
                </c:pt>
                <c:pt idx="74">
                  <c:v>1.243664</c:v>
                </c:pt>
                <c:pt idx="75">
                  <c:v>1.239651</c:v>
                </c:pt>
                <c:pt idx="76">
                  <c:v>1.235842</c:v>
                </c:pt>
                <c:pt idx="77">
                  <c:v>1.232247</c:v>
                </c:pt>
                <c:pt idx="78">
                  <c:v>1.228878</c:v>
                </c:pt>
                <c:pt idx="79">
                  <c:v>1.225741</c:v>
                </c:pt>
                <c:pt idx="80">
                  <c:v>1.222845</c:v>
                </c:pt>
                <c:pt idx="81">
                  <c:v>1.220194</c:v>
                </c:pt>
                <c:pt idx="82">
                  <c:v>1.217793</c:v>
                </c:pt>
                <c:pt idx="83">
                  <c:v>1.215643</c:v>
                </c:pt>
                <c:pt idx="84">
                  <c:v>1.213746</c:v>
                </c:pt>
                <c:pt idx="85">
                  <c:v>1.212102</c:v>
                </c:pt>
                <c:pt idx="86">
                  <c:v>1.21071</c:v>
                </c:pt>
                <c:pt idx="87">
                  <c:v>1.209567</c:v>
                </c:pt>
                <c:pt idx="88">
                  <c:v>1.208669</c:v>
                </c:pt>
                <c:pt idx="89">
                  <c:v>1.208012</c:v>
                </c:pt>
                <c:pt idx="90">
                  <c:v>1.20759</c:v>
                </c:pt>
                <c:pt idx="91">
                  <c:v>1.207395</c:v>
                </c:pt>
                <c:pt idx="92">
                  <c:v>1.207421</c:v>
                </c:pt>
                <c:pt idx="93">
                  <c:v>1.207659</c:v>
                </c:pt>
                <c:pt idx="94">
                  <c:v>1.208099</c:v>
                </c:pt>
                <c:pt idx="95">
                  <c:v>1.208733</c:v>
                </c:pt>
                <c:pt idx="96">
                  <c:v>1.209548</c:v>
                </c:pt>
                <c:pt idx="97">
                  <c:v>1.210536</c:v>
                </c:pt>
                <c:pt idx="98">
                  <c:v>1.211683</c:v>
                </c:pt>
                <c:pt idx="99">
                  <c:v>1.212979</c:v>
                </c:pt>
                <c:pt idx="100">
                  <c:v>1.21441</c:v>
                </c:pt>
              </c:numCache>
            </c:numRef>
          </c:yVal>
        </c:ser>
        <c:ser>
          <c:idx val="1"/>
          <c:order val="1"/>
          <c:tx>
            <c:v>Height target</c:v>
          </c:tx>
          <c:spPr>
            <a:ln xmlns:a="http://schemas.openxmlformats.org/drawingml/2006/main" w="19050">
              <a:solidFill>
                <a:srgbClr val="17313E"/>
              </a:solidFill>
              <a:prstDash val="dash"/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</c:v>
                </c:pt>
                <c:pt idx="23">
                  <c:v>1.15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2.05</c:v>
                </c:pt>
                <c:pt idx="42">
                  <c:v>2.1</c:v>
                </c:pt>
                <c:pt idx="43">
                  <c:v>2.15</c:v>
                </c:pt>
                <c:pt idx="44">
                  <c:v>2.2</c:v>
                </c:pt>
                <c:pt idx="45">
                  <c:v>2.25</c:v>
                </c:pt>
                <c:pt idx="46">
                  <c:v>2.3</c:v>
                </c:pt>
                <c:pt idx="47">
                  <c:v>2.35</c:v>
                </c:pt>
                <c:pt idx="48">
                  <c:v>2.4</c:v>
                </c:pt>
                <c:pt idx="49">
                  <c:v>2.45</c:v>
                </c:pt>
                <c:pt idx="50">
                  <c:v>2.5</c:v>
                </c:pt>
                <c:pt idx="51">
                  <c:v>2.55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  <c:pt idx="61">
                  <c:v>3.05</c:v>
                </c:pt>
                <c:pt idx="62">
                  <c:v>3.1</c:v>
                </c:pt>
                <c:pt idx="63">
                  <c:v>3.15</c:v>
                </c:pt>
                <c:pt idx="64">
                  <c:v>3.2</c:v>
                </c:pt>
                <c:pt idx="65">
                  <c:v>3.25</c:v>
                </c:pt>
                <c:pt idx="66">
                  <c:v>3.3</c:v>
                </c:pt>
                <c:pt idx="67">
                  <c:v>3.35</c:v>
                </c:pt>
                <c:pt idx="68">
                  <c:v>3.4</c:v>
                </c:pt>
                <c:pt idx="69">
                  <c:v>3.45</c:v>
                </c:pt>
                <c:pt idx="70">
                  <c:v>3.5</c:v>
                </c:pt>
                <c:pt idx="71">
                  <c:v>3.55</c:v>
                </c:pt>
                <c:pt idx="72">
                  <c:v>3.6</c:v>
                </c:pt>
                <c:pt idx="73">
                  <c:v>3.65</c:v>
                </c:pt>
                <c:pt idx="74">
                  <c:v>3.7</c:v>
                </c:pt>
                <c:pt idx="75">
                  <c:v>3.75</c:v>
                </c:pt>
                <c:pt idx="76">
                  <c:v>3.8</c:v>
                </c:pt>
                <c:pt idx="77">
                  <c:v>3.85</c:v>
                </c:pt>
                <c:pt idx="78">
                  <c:v>3.9</c:v>
                </c:pt>
                <c:pt idx="79">
                  <c:v>3.95</c:v>
                </c:pt>
                <c:pt idx="80">
                  <c:v>4</c:v>
                </c:pt>
                <c:pt idx="81">
                  <c:v>4.05</c:v>
                </c:pt>
                <c:pt idx="82">
                  <c:v>4.1</c:v>
                </c:pt>
                <c:pt idx="83">
                  <c:v>4.15</c:v>
                </c:pt>
                <c:pt idx="84">
                  <c:v>4.2</c:v>
                </c:pt>
                <c:pt idx="85">
                  <c:v>4.25</c:v>
                </c:pt>
                <c:pt idx="86">
                  <c:v>4.3</c:v>
                </c:pt>
                <c:pt idx="87">
                  <c:v>4.35</c:v>
                </c:pt>
                <c:pt idx="88">
                  <c:v>4.4</c:v>
                </c:pt>
                <c:pt idx="89">
                  <c:v>4.45</c:v>
                </c:pt>
                <c:pt idx="90">
                  <c:v>4.5</c:v>
                </c:pt>
                <c:pt idx="91">
                  <c:v>4.55</c:v>
                </c:pt>
                <c:pt idx="92">
                  <c:v>4.6</c:v>
                </c:pt>
                <c:pt idx="93">
                  <c:v>4.65</c:v>
                </c:pt>
                <c:pt idx="94">
                  <c:v>4.7</c:v>
                </c:pt>
                <c:pt idx="95">
                  <c:v>4.75</c:v>
                </c:pt>
                <c:pt idx="96">
                  <c:v>4.8</c:v>
                </c:pt>
                <c:pt idx="97">
                  <c:v>4.85</c:v>
                </c:pt>
                <c:pt idx="98">
                  <c:v>4.9</c:v>
                </c:pt>
                <c:pt idx="99">
                  <c:v>4.95</c:v>
                </c:pt>
                <c:pt idx="100">
                  <c:v>5</c:v>
                </c:pt>
              </c:numCache>
            </c:numRef>
          </c:xVal>
          <c:yVal>
            <c:numRef>
              <c:f>'Chart Data'!$D$2:$D$102</c:f>
              <c:numCache>
                <c:formatCode>General</c:formatCode>
                <c:ptCount val="101"/>
                <c:pt idx="0">
                  <c:v>1.25</c:v>
                </c:pt>
                <c:pt idx="1">
                  <c:v>1.25</c:v>
                </c:pt>
                <c:pt idx="2">
                  <c:v>1.25</c:v>
                </c:pt>
                <c:pt idx="3">
                  <c:v>1.25</c:v>
                </c:pt>
                <c:pt idx="4">
                  <c:v>1.25</c:v>
                </c:pt>
                <c:pt idx="5">
                  <c:v>1.25</c:v>
                </c:pt>
                <c:pt idx="6">
                  <c:v>1.25</c:v>
                </c:pt>
                <c:pt idx="7">
                  <c:v>1.25</c:v>
                </c:pt>
                <c:pt idx="8">
                  <c:v>1.25</c:v>
                </c:pt>
                <c:pt idx="9">
                  <c:v>1.25</c:v>
                </c:pt>
                <c:pt idx="10">
                  <c:v>1.25</c:v>
                </c:pt>
                <c:pt idx="11">
                  <c:v>1.25</c:v>
                </c:pt>
                <c:pt idx="12">
                  <c:v>1.25</c:v>
                </c:pt>
                <c:pt idx="13">
                  <c:v>1.25</c:v>
                </c:pt>
                <c:pt idx="14">
                  <c:v>1.25</c:v>
                </c:pt>
                <c:pt idx="15">
                  <c:v>1.25</c:v>
                </c:pt>
                <c:pt idx="16">
                  <c:v>1.25</c:v>
                </c:pt>
                <c:pt idx="17">
                  <c:v>1.25</c:v>
                </c:pt>
                <c:pt idx="18">
                  <c:v>1.25</c:v>
                </c:pt>
                <c:pt idx="19">
                  <c:v>1.25</c:v>
                </c:pt>
                <c:pt idx="20">
                  <c:v>1.25</c:v>
                </c:pt>
                <c:pt idx="21">
                  <c:v>1.25</c:v>
                </c:pt>
                <c:pt idx="22">
                  <c:v>1.25</c:v>
                </c:pt>
                <c:pt idx="23">
                  <c:v>1.25</c:v>
                </c:pt>
                <c:pt idx="24">
                  <c:v>1.25</c:v>
                </c:pt>
                <c:pt idx="25">
                  <c:v>1.25</c:v>
                </c:pt>
                <c:pt idx="26">
                  <c:v>1.25</c:v>
                </c:pt>
                <c:pt idx="27">
                  <c:v>1.25</c:v>
                </c:pt>
                <c:pt idx="28">
                  <c:v>1.25</c:v>
                </c:pt>
                <c:pt idx="29">
                  <c:v>1.25</c:v>
                </c:pt>
                <c:pt idx="30">
                  <c:v>1.25</c:v>
                </c:pt>
                <c:pt idx="31">
                  <c:v>1.25</c:v>
                </c:pt>
                <c:pt idx="32">
                  <c:v>1.25</c:v>
                </c:pt>
                <c:pt idx="33">
                  <c:v>1.25</c:v>
                </c:pt>
                <c:pt idx="34">
                  <c:v>1.25</c:v>
                </c:pt>
                <c:pt idx="35">
                  <c:v>1.25</c:v>
                </c:pt>
                <c:pt idx="36">
                  <c:v>1.25</c:v>
                </c:pt>
                <c:pt idx="37">
                  <c:v>1.25</c:v>
                </c:pt>
                <c:pt idx="38">
                  <c:v>1.25</c:v>
                </c:pt>
                <c:pt idx="39">
                  <c:v>1.25</c:v>
                </c:pt>
                <c:pt idx="40">
                  <c:v>1.25</c:v>
                </c:pt>
                <c:pt idx="41">
                  <c:v>1.25</c:v>
                </c:pt>
                <c:pt idx="42">
                  <c:v>1.25</c:v>
                </c:pt>
                <c:pt idx="43">
                  <c:v>1.25</c:v>
                </c:pt>
                <c:pt idx="44">
                  <c:v>1.25</c:v>
                </c:pt>
                <c:pt idx="45">
                  <c:v>1.25</c:v>
                </c:pt>
                <c:pt idx="46">
                  <c:v>1.25</c:v>
                </c:pt>
                <c:pt idx="47">
                  <c:v>1.25</c:v>
                </c:pt>
                <c:pt idx="48">
                  <c:v>1.25</c:v>
                </c:pt>
                <c:pt idx="49">
                  <c:v>1.25</c:v>
                </c:pt>
                <c:pt idx="50">
                  <c:v>1.25</c:v>
                </c:pt>
                <c:pt idx="51">
                  <c:v>1.25</c:v>
                </c:pt>
                <c:pt idx="52">
                  <c:v>1.25</c:v>
                </c:pt>
                <c:pt idx="53">
                  <c:v>1.25</c:v>
                </c:pt>
                <c:pt idx="54">
                  <c:v>1.25</c:v>
                </c:pt>
                <c:pt idx="55">
                  <c:v>1.25</c:v>
                </c:pt>
                <c:pt idx="56">
                  <c:v>1.25</c:v>
                </c:pt>
                <c:pt idx="57">
                  <c:v>1.25</c:v>
                </c:pt>
                <c:pt idx="58">
                  <c:v>1.25</c:v>
                </c:pt>
                <c:pt idx="59">
                  <c:v>1.25</c:v>
                </c:pt>
                <c:pt idx="60">
                  <c:v>1.25</c:v>
                </c:pt>
                <c:pt idx="61">
                  <c:v>1.25</c:v>
                </c:pt>
                <c:pt idx="62">
                  <c:v>1.25</c:v>
                </c:pt>
                <c:pt idx="63">
                  <c:v>1.25</c:v>
                </c:pt>
                <c:pt idx="64">
                  <c:v>1.25</c:v>
                </c:pt>
                <c:pt idx="65">
                  <c:v>1.25</c:v>
                </c:pt>
                <c:pt idx="66">
                  <c:v>1.25</c:v>
                </c:pt>
                <c:pt idx="67">
                  <c:v>1.25</c:v>
                </c:pt>
                <c:pt idx="68">
                  <c:v>1.25</c:v>
                </c:pt>
                <c:pt idx="69">
                  <c:v>1.25</c:v>
                </c:pt>
                <c:pt idx="70">
                  <c:v>1.25</c:v>
                </c:pt>
                <c:pt idx="71">
                  <c:v>1.25</c:v>
                </c:pt>
                <c:pt idx="72">
                  <c:v>1.25</c:v>
                </c:pt>
                <c:pt idx="73">
                  <c:v>1.25</c:v>
                </c:pt>
                <c:pt idx="74">
                  <c:v>1.25</c:v>
                </c:pt>
                <c:pt idx="75">
                  <c:v>1.25</c:v>
                </c:pt>
                <c:pt idx="76">
                  <c:v>1.25</c:v>
                </c:pt>
                <c:pt idx="77">
                  <c:v>1.25</c:v>
                </c:pt>
                <c:pt idx="78">
                  <c:v>1.25</c:v>
                </c:pt>
                <c:pt idx="79">
                  <c:v>1.25</c:v>
                </c:pt>
                <c:pt idx="80">
                  <c:v>1.25</c:v>
                </c:pt>
                <c:pt idx="81">
                  <c:v>1.25</c:v>
                </c:pt>
                <c:pt idx="82">
                  <c:v>1.25</c:v>
                </c:pt>
                <c:pt idx="83">
                  <c:v>1.25</c:v>
                </c:pt>
                <c:pt idx="84">
                  <c:v>1.25</c:v>
                </c:pt>
                <c:pt idx="85">
                  <c:v>1.25</c:v>
                </c:pt>
                <c:pt idx="86">
                  <c:v>1.25</c:v>
                </c:pt>
                <c:pt idx="87">
                  <c:v>1.25</c:v>
                </c:pt>
                <c:pt idx="88">
                  <c:v>1.25</c:v>
                </c:pt>
                <c:pt idx="89">
                  <c:v>1.25</c:v>
                </c:pt>
                <c:pt idx="90">
                  <c:v>1.25</c:v>
                </c:pt>
                <c:pt idx="91">
                  <c:v>1.25</c:v>
                </c:pt>
                <c:pt idx="92">
                  <c:v>1.25</c:v>
                </c:pt>
                <c:pt idx="93">
                  <c:v>1.25</c:v>
                </c:pt>
                <c:pt idx="94">
                  <c:v>1.25</c:v>
                </c:pt>
                <c:pt idx="95">
                  <c:v>1.25</c:v>
                </c:pt>
                <c:pt idx="96">
                  <c:v>1.25</c:v>
                </c:pt>
                <c:pt idx="97">
                  <c:v>1.25</c:v>
                </c:pt>
                <c:pt idx="98">
                  <c:v>1.25</c:v>
                </c:pt>
                <c:pt idx="99">
                  <c:v>1.25</c:v>
                </c:pt>
                <c:pt idx="100">
                  <c:v>1.25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4"/>
          <c:min val="0.95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Height (m)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Simulation 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valAx>
      <c:spPr>
        <a:solidFill xmlns:a="http://schemas.openxmlformats.org/drawingml/2006/main">
          <a:srgbClr val="F8FAF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8FAFB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31696-5251-4A18-A367-E185F5FF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GRaD-Nav Real4Real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CCE83-F51F-4E02-934C-A158D5D6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020F8-35E4-4791-A52A-8391D3D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DC378-ACE7-4AB3-AC25-BFB246FB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Tested dynamics component</a:t>
            </a:r>
          </a:p>
          <a:p xmlns:a="http://schemas.openxmlformats.org/drawingml/2006/main">
            <a:pPr>
              <a:defRPr sz="39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Rendering and policy remain blocked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C5DB5-D142-4A1F-B699-AAECCF7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One existing A6000 host. No training. Instance remains running.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2584E-E04E-4DC1-981E-3F50596A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rPr>
              <a:t>Decision: reuse dynamics for research diagnostics. Defer the complete Real4Real workflow.</a:t>
            </a:r>
          </a:p>
        </p:txBody>
      </p:sp>
    </p:spTree>
    <p:extLst>
      <p:ext uri="{BB962C8B-B14F-4D97-AF65-F5344CB8AC3E}">
        <p14:creationId xmlns:p14="http://schemas.microsoft.com/office/powerpoint/2010/main" val="138583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09255-BAC8-4764-9047-D1E3D2E3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Real4Real evidence still needed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5F589-CDD9-424B-B088-0DF0DC9A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7F6F0-4A48-4EF3-AE39-48AA1821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88BA9-0E51-4B66-B5CA-4C5BE611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Outdoor residential, suburban and campus scenes below 100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5473B-2533-44FC-B087-ADA5DC2D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Held-out horizontal and vertical camera trajectories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D717C-E630-42A0-8317-D0F3FB32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Capture at 15 m and rendering at 50 m remains a research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08A93-6AB4-46F1-A77F-2A2FB499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Sparse capture coverage and sparse physical content need separate tests</a:t>
            </a:r>
          </a:p>
        </p:txBody>
      </p:sp>
    </p:spTree>
    <p:extLst>
      <p:ext uri="{BB962C8B-B14F-4D97-AF65-F5344CB8AC3E}">
        <p14:creationId xmlns:p14="http://schemas.microsoft.com/office/powerpoint/2010/main" val="835080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DA3EB-DB3E-47C0-A9DD-25B9B0A8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Action, state and observation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AD7ED-8555-4776-A539-44F3977D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41421-BAE6-4DAC-AC24-AAD9E00D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0F774-8249-4E9C-92D9-84E37A1E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C"/>
          </a:solidFill>
          <a:ln xmlns:a="http://schemas.openxmlformats.org/drawingml/2006/main" w="9525">
            <a:solidFill>
              <a:srgbClr val="17313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Requested</a:t>
            </a:r>
          </a:p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E6BC1-96CF-4D69-A6C6-993E54D1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860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C"/>
          </a:solidFill>
          <a:ln xmlns:a="http://schemas.openxmlformats.org/drawingml/2006/main" w="9525">
            <a:solidFill>
              <a:srgbClr val="17313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Dynamics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9013F-C1D8-4432-A60B-F585B0EA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C"/>
          </a:solidFill>
          <a:ln xmlns:a="http://schemas.openxmlformats.org/drawingml/2006/main" w="9525">
            <a:solidFill>
              <a:srgbClr val="17313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Achieved</a:t>
            </a:r>
          </a:p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73160-352B-4C8B-A01B-0F460236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860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F2"/>
          </a:solidFill>
          <a:ln xmlns:a="http://schemas.openxmlformats.org/drawingml/2006/main" w="9525">
            <a:solidFill>
              <a:srgbClr val="17313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Camera</a:t>
            </a:r>
          </a:p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mount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4C926-BCE6-404D-9909-517971FF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DC"/>
          </a:solidFill>
          <a:ln xmlns:a="http://schemas.openxmlformats.org/drawingml/2006/main" w="9525">
            <a:solidFill>
              <a:srgbClr val="17313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Gaussian</a:t>
            </a:r>
          </a:p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renderer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CDE4F-D4F7-4C71-86F3-DB3AC8D5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860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DC"/>
          </a:solidFill>
          <a:ln xmlns:a="http://schemas.openxmlformats.org/drawingml/2006/main" w="9525">
            <a:solidFill>
              <a:srgbClr val="17313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RGB and</a:t>
            </a:r>
          </a:p>
          <a:p xmlns:a="http://schemas.openxmlformats.org/drawingml/2006/main">
            <a:pPr algn="ctr">
              <a:def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depth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7170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13E"/>
            </a:solidFill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1955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13E"/>
            </a:solidFill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6740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13E"/>
            </a:solidFill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71525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13E"/>
            </a:solidFill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56310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13E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967E6-044B-44BC-97A2-C02B586E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rPr>
              <a:t>B: measured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9D519-DBF4-4812-922F-76D7F8D6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Algebra checked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8A3A9-7B38-4C26-886E-0E292DBD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6237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A/D: blocked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5376A4-8E0F-438C-9B32-5525E235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 needs the original actor, normalization, VAE and trained visual observation components.</a:t>
            </a:r>
          </a:p>
        </p:txBody>
      </p:sp>
    </p:spTree>
    <p:extLst>
      <p:ext uri="{BB962C8B-B14F-4D97-AF65-F5344CB8AC3E}">
        <p14:creationId xmlns:p14="http://schemas.microsoft.com/office/powerpoint/2010/main" val="983758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65F71-AB72-4092-98B4-FCD7C38C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Released scene assets recovered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9D78B-ED75-452C-911A-A33B0BF3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B3FD1-0225-44D6-A265-5BEA1BE5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A4BBE-A9F5-4551-ABA5-F896670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README file IDs returned 404. The author folder supplied replacement IDs.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F7E6F-17B0-4178-8902-683EA28E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Gaussian archive 5.049 GB. Full expanded size 5.827 GB.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44F94-6F20-4693-9837-FEFDF483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Point-cloud archive 0.294 GB. Selected cloud 65.9 MB.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23556-61AB-4DAA-9EAA-F6AE199C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Selected gate_mid inputs: 1.140 GB across 1,213 locally verified files.</a:t>
            </a:r>
          </a:p>
        </p:txBody>
      </p:sp>
    </p:spTree>
    <p:extLst>
      <p:ext uri="{BB962C8B-B14F-4D97-AF65-F5344CB8AC3E}">
        <p14:creationId xmlns:p14="http://schemas.microsoft.com/office/powerpoint/2010/main" val="608358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B3A7C-E2FF-444E-9E4E-6AF858A5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B feedback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E2E0C-F214-42DC-8986-8ED47ECE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B4C2E-7045-42C0-B574-9654B3E4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1447800"/>
          <a:ext xmlns:a="http://schemas.openxmlformats.org/drawingml/2006/main" cx="7905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60c2a5a86b4a0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53A18-BA09-4832-A640-71E55A7C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Final error</a:t>
            </a:r>
          </a:p>
          <a:p xmlns:a="http://schemas.openxmlformats.org/drawingml/2006/main">
            <a:pPr>
              <a:defRPr sz="232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0.0356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4DA45-B1CA-4115-AB7C-F920021D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Overshoot</a:t>
            </a:r>
          </a:p>
          <a:p xmlns:a="http://schemas.openxmlformats.org/drawingml/2006/main">
            <a:pPr>
              <a:defRPr sz="23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0.1030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ECAA9-8FE6-4A07-ADA5-87600435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First 0.02 m band entry</a:t>
            </a:r>
          </a:p>
          <a:p xmlns:a="http://schemas.openxmlformats.org/drawingml/2006/main">
            <a:pPr>
              <a:defRPr sz="202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1.25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475A8-4DEB-4F24-9D6A-93CD93FC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The error band is an authored diagnostic. First entry does not establish settling or stable hover.</a:t>
            </a:r>
          </a:p>
        </p:txBody>
      </p:sp>
    </p:spTree>
    <p:extLst>
      <p:ext uri="{BB962C8B-B14F-4D97-AF65-F5344CB8AC3E}">
        <p14:creationId xmlns:p14="http://schemas.microsoft.com/office/powerpoint/2010/main" val="16742275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60BBD-EBCB-41DA-9AF4-E498F546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B scope and measured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F47F3-D480-4C7C-9567-693AC1DF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D6239-7DA3-497B-A97C-BB8891C7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96DA7-F4C9-44A7-9C96-57D0B46B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Force balance: 20 × 0.05 s. Height 1.25 m, drift 0.0 at float32 precision.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64D3F-23B8-4F06-BB9E-D4393BB7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Feedback: kp 2, kd 0.8. Initial perturbation −0.25 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51CFA-03EB-4DB3-BDB8-6831B60A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One second: drift +0.1706 m, remaining error 0.0794 m, no overshoot.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1C151-456B-4BC0-A019-DA93551F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Five seconds: drift +0.2144 m, error 0.0356 m, overshoot 0.1030 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8D7E4-8FE9-4555-8645-18EC77E7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No saturation. Dynamics median about 14.2 ms, with GPU synchronization. Rendering and policy latency unmeasured.</a:t>
            </a:r>
          </a:p>
        </p:txBody>
      </p:sp>
    </p:spTree>
    <p:extLst>
      <p:ext uri="{BB962C8B-B14F-4D97-AF65-F5344CB8AC3E}">
        <p14:creationId xmlns:p14="http://schemas.microsoft.com/office/powerpoint/2010/main" val="1069719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AE3EB-044C-409F-ACFA-0D4F9C03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Numerical camera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6E77A-F773-441A-8A13-38EEC454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3F0E9-FA27-48CC-8393-6C4C422E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820D4-BC60-4108-80E1-C3B87B7E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Camera helper uses xyzw. Dynamics uses wxyz. Conflicting comments are recorded.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B5770-F4E2-4A44-868D-BDD2B681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Identity, 90° yaw and translation composition checks passed.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A2391-F952-4C1D-A28E-3F9C24E6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Active helper applies no dataparser normalization. Scale/alignment needs scene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A4764-B506-4ABB-8A50-F340D19F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Rounded mount orthonormality residual: 0.00042425.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A660D-7980-4C3B-91F1-A4744620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These are algebraic checks. No rendered-camera equivalence or visual calibration was established.</a:t>
            </a:r>
          </a:p>
        </p:txBody>
      </p:sp>
    </p:spTree>
    <p:extLst>
      <p:ext uri="{BB962C8B-B14F-4D97-AF65-F5344CB8AC3E}">
        <p14:creationId xmlns:p14="http://schemas.microsoft.com/office/powerpoint/2010/main" val="1577967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C386E-99F6-4F46-B237-691844F4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Rendering failure and repair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F1B65-A853-4ED8-9DCB-2720BBCF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0D225-E532-45BB-BD22-221B1A46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BB66A-2239-49AF-A827-C4DEC7B4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gcc: fatal error: cannot execute ‘cc1plus’:</a:t>
            </a:r>
          </a:p>
          <a:p xmlns:a="http://schemas.openxmlformats.org/drawingml/2006/main">
            <a:pPr>
              <a:defRPr sz="24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execvp: No such file or directory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E76C6-D528-4A2A-ADD0-49AF2AB3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nvcc then failed to preprocess host compiler properties.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1B918-960B-4ECB-8F9B-CA750730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nvcc 11.8.89. Default gcc 12.3.0. g++ 11.4.0.</a:t>
            </a:r>
          </a:p>
          <a:p xmlns:a="http://schemas.openxmlformats.org/drawingml/2006/main">
            <a:pPr>
              <a:defRPr sz="202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cc1plus exists under /usr/lib/gcc/x86_64-linux-gnu/11/.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C869C-5339-4889-B62C-478A12E2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Two adapter repairs: checkpoint root, scalar camera shape.</a:t>
            </a:r>
          </a:p>
          <a:p xmlns:a="http://schemas.openxmlformats.org/drawingml/2006/main">
            <a:pPr>
              <a:defRPr sz="19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Launch correction exposed installed Ninja. A/D remain blocked.</a:t>
            </a:r>
          </a:p>
        </p:txBody>
      </p:sp>
    </p:spTree>
    <p:extLst>
      <p:ext uri="{BB962C8B-B14F-4D97-AF65-F5344CB8AC3E}">
        <p14:creationId xmlns:p14="http://schemas.microsoft.com/office/powerpoint/2010/main" val="5148142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D0BE6-241C-4151-BC80-AA9CEE1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Native policy and collision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B1E98-49D4-4656-AA8B-3FDCD02B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FD1BD-D8A8-4762-B295-7D7A9534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FFD8F-083C-4DBB-BF44-D1E1E832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 blocked: scene checkpoints do not supply the original six learned components.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9C32F-FDFB-41C7-ABE2-BF804E36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The native body-rate termination check reads quaternion fields 10:13.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13572-0BFE-483A-8537-230154DC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Obstacle handling uses forward-FOV nearest-point distance and reward.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EFC4B-FA42-4C09-9E80-0237C4A8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Rear and coincident synthetic points returned infinity. No body-volume contact test.</a:t>
            </a:r>
          </a:p>
        </p:txBody>
      </p:sp>
    </p:spTree>
    <p:extLst>
      <p:ext uri="{BB962C8B-B14F-4D97-AF65-F5344CB8AC3E}">
        <p14:creationId xmlns:p14="http://schemas.microsoft.com/office/powerpoint/2010/main" val="15872382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9A239-30E7-4AA8-915E-80051BC6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Outdoor fidelity remains untested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DA93E-6086-4FAE-81BE-2B2D2813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BB86D-8F47-4856-AC16-DC8F07B8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85732-1768-4DC1-A3B0-22327C60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No PSNR, SSIM or LPIPS result. No validated held-out reconstruction split.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FA6EA-D481-4E4C-BC61-B0877435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No altitude-change, sparse-capture, vegetation or moving-object experiment.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93EDF-2C6A-47C4-9A6B-5176C06B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Indoor/gate paper results motivate study. Outdoor and racing were not executed.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E0223-AFEA-40F1-958F-1199300E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Other candidate scenes, controllers and hardware differ. No matched ranking.</a:t>
            </a:r>
          </a:p>
        </p:txBody>
      </p:sp>
    </p:spTree>
    <p:extLst>
      <p:ext uri="{BB962C8B-B14F-4D97-AF65-F5344CB8AC3E}">
        <p14:creationId xmlns:p14="http://schemas.microsoft.com/office/powerpoint/2010/main" val="5966873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703CF-6D70-4B51-BC5E-D11D8C14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Decision, preservation and next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6220D-CCDC-48B8-8FE2-5EFE02B5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6D269-4EED-48EC-BB56-D89F6C99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F3DC3-1467-498C-AD1D-55BA60C7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7C88"/>
                </a:solidFill>
                <a:latin typeface="Helvetica Neue"/>
                <a:ea typeface="Helvetica Neue"/>
                <a:cs typeface="Helvetica Neue"/>
              </a:rPr>
              <a:t>Reuse the tested dynamics component. Defer GRaD-Nav as the complete Real4Real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33144-2C30-4D31-BB0E-9E66B144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All 11 run directories and 1,213 scientific files verified locally.</a:t>
            </a:r>
          </a:p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Logs, configs, route records and compiler failures are preserved.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8AB06-B2C1-4D00-821A-6F22584D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Later: targeted host-compiler selection, rendered-camera validation, original policy components and trusted held-out real capture.</a:t>
            </a:r>
          </a:p>
        </p:txBody>
      </p:sp>
    </p:spTree>
    <p:extLst>
      <p:ext uri="{BB962C8B-B14F-4D97-AF65-F5344CB8AC3E}">
        <p14:creationId xmlns:p14="http://schemas.microsoft.com/office/powerpoint/2010/main" val="13523272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2C89F-05A1-4813-B761-AB03243C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Provenance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125B3-CB7B-4DF2-8E3B-9A53953B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C970E-57FB-44A5-A2A2-D6444FDB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991EE-90AD-4224-8C6A-C383A572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Upstream baseline: d9b00e16107338e49071c65f44582c013e522633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AEDFA-9A7F-4B39-A4DE-B423640C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Current source inspected: 95218abe9a5d355519cdaab78d915365303066fe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9191F-1C52-4E75-9605-92C5D0CA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Host: Ubuntu 22.04.5, RTX A6000, 6 vCPU, 47 GiB 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ED69D-A57A-42AF-BBA4-7E605978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Rendering stack: Torch 2.1.2/cu118, NS 1.1.3, gsplat 1.0.0.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83A4A-FFE1-4A94-8AD0-5012BAF9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Full-instance charges unknown. $0.54/hour is an unconfirmed GPU-only quote. No termination or cleanup occurred.</a:t>
            </a:r>
          </a:p>
        </p:txBody>
      </p:sp>
    </p:spTree>
    <p:extLst>
      <p:ext uri="{BB962C8B-B14F-4D97-AF65-F5344CB8AC3E}">
        <p14:creationId xmlns:p14="http://schemas.microsoft.com/office/powerpoint/2010/main" val="1293382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2026-10-09T01:49:45.6200000Z</dcterms:created>
  <dcterms:modified xsi:type="dcterms:W3CDTF">2026-10-09T01:49:45.6200000Z</dcterms:modified>
</coreProperties>
</file>