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cb269e15be4264" /><Relationship Type="http://schemas.openxmlformats.org/officeDocument/2006/relationships/extended-properties" Target="/docProps/app.xml" Id="R940fdf58f3ca45a8" /><Relationship Type="http://schemas.openxmlformats.org/officeDocument/2006/relationships/officeDocument" Target="/ppt/presentation.xml" Id="R00b6b88a4d4d4e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997e27a83f4984"/>
  </p:sldMasterIdLst>
  <p:notesMasterIdLst>
    <p:notesMasterId xmlns:r="http://schemas.openxmlformats.org/officeDocument/2006/relationships" r:id="R909b53ffdaaa44ab"/>
  </p:notesMasterIdLst>
  <p:sldIdLst>
    <p:sldId xmlns:r="http://schemas.openxmlformats.org/officeDocument/2006/relationships" id="256" r:id="R3c5e9e1ecc844ec6"/>
    <p:sldId xmlns:r="http://schemas.openxmlformats.org/officeDocument/2006/relationships" id="257" r:id="Ra22ef63356a242f1"/>
    <p:sldId xmlns:r="http://schemas.openxmlformats.org/officeDocument/2006/relationships" id="258" r:id="Ra216b72ae8334a43"/>
    <p:sldId xmlns:r="http://schemas.openxmlformats.org/officeDocument/2006/relationships" id="259" r:id="R02e4205ff2c24184"/>
    <p:sldId xmlns:r="http://schemas.openxmlformats.org/officeDocument/2006/relationships" id="260" r:id="Ra64b06f348df4316"/>
    <p:sldId xmlns:r="http://schemas.openxmlformats.org/officeDocument/2006/relationships" id="261" r:id="Ra64e251c63cd43bb"/>
    <p:sldId xmlns:r="http://schemas.openxmlformats.org/officeDocument/2006/relationships" id="262" r:id="R20a9a8e3d9e14597"/>
    <p:sldId xmlns:r="http://schemas.openxmlformats.org/officeDocument/2006/relationships" id="263" r:id="Rfcc2a8502ff646bc"/>
    <p:sldId xmlns:r="http://schemas.openxmlformats.org/officeDocument/2006/relationships" id="264" r:id="R48d19ea87ea544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c016e28fa545ae" /><Relationship Type="http://schemas.openxmlformats.org/officeDocument/2006/relationships/slideMaster" Target="/ppt/slideMasters/slideMaster1.xml" Id="R7f997e27a83f4984" /><Relationship Type="http://schemas.openxmlformats.org/officeDocument/2006/relationships/notesMaster" Target="/ppt/notesMasters/notesMaster1.xml" Id="R909b53ffdaaa44ab" /><Relationship Type="http://schemas.openxmlformats.org/officeDocument/2006/relationships/presProps" Target="/ppt/presProps.xml" Id="R54485704f7034e44" /><Relationship Type="http://schemas.openxmlformats.org/officeDocument/2006/relationships/tableStyles" Target="/ppt/tableStyles.xml" Id="Rf3f112bc75fd435e" /><Relationship Type="http://schemas.openxmlformats.org/officeDocument/2006/relationships/slide" Target="/ppt/slides/slide1.xml" Id="R3c5e9e1ecc844ec6" /><Relationship Type="http://schemas.openxmlformats.org/officeDocument/2006/relationships/slide" Target="/ppt/slides/slide2.xml" Id="Ra22ef63356a242f1" /><Relationship Type="http://schemas.openxmlformats.org/officeDocument/2006/relationships/slide" Target="/ppt/slides/slide3.xml" Id="Ra216b72ae8334a43" /><Relationship Type="http://schemas.openxmlformats.org/officeDocument/2006/relationships/slide" Target="/ppt/slides/slide4.xml" Id="R02e4205ff2c24184" /><Relationship Type="http://schemas.openxmlformats.org/officeDocument/2006/relationships/slide" Target="/ppt/slides/slide5.xml" Id="Ra64b06f348df4316" /><Relationship Type="http://schemas.openxmlformats.org/officeDocument/2006/relationships/slide" Target="/ppt/slides/slide6.xml" Id="Ra64e251c63cd43bb" /><Relationship Type="http://schemas.openxmlformats.org/officeDocument/2006/relationships/slide" Target="/ppt/slides/slide7.xml" Id="R20a9a8e3d9e14597" /><Relationship Type="http://schemas.openxmlformats.org/officeDocument/2006/relationships/slide" Target="/ppt/slides/slide8.xml" Id="Rfcc2a8502ff646bc" /><Relationship Type="http://schemas.openxmlformats.org/officeDocument/2006/relationships/slide" Target="/ppt/slides/slide9.xml" Id="R48d19ea87ea544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35211ddbde44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02f0d415654b0e" /><Relationship Type="http://schemas.openxmlformats.org/officeDocument/2006/relationships/notesMaster" Target="/ppt/notesMasters/notesMaster1.xml" Id="R18c5745f34114a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4243c33d25419d" /><Relationship Type="http://schemas.openxmlformats.org/officeDocument/2006/relationships/notesMaster" Target="/ppt/notesMasters/notesMaster1.xml" Id="R635f07b3c1b042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8f408818174eed" /><Relationship Type="http://schemas.openxmlformats.org/officeDocument/2006/relationships/notesMaster" Target="/ppt/notesMasters/notesMaster1.xml" Id="R4832b9f3187349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4b82ceab47418d" /><Relationship Type="http://schemas.openxmlformats.org/officeDocument/2006/relationships/notesMaster" Target="/ppt/notesMasters/notesMaster1.xml" Id="R0a3798462c1147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604bd3ceaf48ef" /><Relationship Type="http://schemas.openxmlformats.org/officeDocument/2006/relationships/notesMaster" Target="/ppt/notesMasters/notesMaster1.xml" Id="Rb0e00c5fe56b4d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9e2a9a08d640d7" /><Relationship Type="http://schemas.openxmlformats.org/officeDocument/2006/relationships/notesMaster" Target="/ppt/notesMasters/notesMaster1.xml" Id="R90d820dc796e49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3026e21ea04d8b" /><Relationship Type="http://schemas.openxmlformats.org/officeDocument/2006/relationships/notesMaster" Target="/ppt/notesMasters/notesMaster1.xml" Id="Rf2371f6485ce44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4b03eb79854154" /><Relationship Type="http://schemas.openxmlformats.org/officeDocument/2006/relationships/notesMaster" Target="/ppt/notesMasters/notesMaster1.xml" Id="R097bf008ce2a48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9e1d21d8444e2e" /><Relationship Type="http://schemas.openxmlformats.org/officeDocument/2006/relationships/notesMaster" Target="/ppt/notesMasters/notesMaster1.xml" Id="R7c61a214eaa24d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https://github.com/WorldExplored/R4R-Sims/tree/audit/grad-nav/docs/grad-nav/camera-correspondence.md; runs20261009T033353Z-correspondence-23ce26 and20261009T033735Z-correspondence-6bf320. Source and full hashes retained. No new model/scene training.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https://github.com/WorldExplored/R4R-Sims/tree/audit/grad-nav/docs/grad-nav/camera-correspondence.md; runs20261009T033353Z-correspondence-23ce26 and20261009T033735Z-correspondence-6bf320. Source and full hashes retained. No new model/scene training.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https://github.com/WorldExplored/R4R-Sims/tree/audit/grad-nav/docs/grad-nav/camera-correspondence.md; runs20261009T033353Z-correspondence-23ce26 and20261009T033735Z-correspondence-6bf320. Source and full hashes retained. No new model/scene training. Strict load hooks record missing/unexpected keys. All saved tensors and named parameters checked. SO3xR3 apply_to_camera called only for corresponding training index; model always evaluation-mode.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https://github.com/WorldExplored/R4R-Sims/tree/audit/grad-nav/docs/grad-nav/camera-correspondence.md; runs20261009T033353Z-correspondence-23ce26 and20261009T033735Z-correspondence-6bf320. Source and full hashes retained. No new model/scene training. Deterministic selection[0,floor((Ntrain-1)/2),Ntrain-1] -&gt;0,134,269. Source is canonical OpenCV-undistorted ROI-cropped1279x719, uint8/255. Right saved-correction render uses upstream CameraOptimizer.apply_to_camera for this exact training index. No color/exposure fit. Figures are observed outputs; not held-out fidelity.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https://github.com/WorldExplored/R4R-Sims/tree/audit/grad-nav/docs/grad-nav/camera-correspondence.md; runs20261009T033353Z-correspondence-23ce26 and20261009T033735Z-correspondence-6bf320. Source and full hashes retained. No new model/scene training. Deterministic selection[0,floor((Ntrain-1)/2),Ntrain-1] -&gt;0,134,269. Source is canonical OpenCV-undistorted ROI-cropped1279x719, uint8/255. Right saved-correction render uses upstream CameraOptimizer.apply_to_camera for this exact training index. No color/exposure fit. Figures are observed outputs; not held-out fidelity.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https://github.com/WorldExplored/R4R-Sims/tree/audit/grad-nav/docs/grad-nav/camera-correspondence.md; runs20261009T033353Z-correspondence-23ce26 and20261009T033735Z-correspondence-6bf320. Source and full hashes retained. No new model/scene training. Deterministic selection[0,floor((Ntrain-1)/2),Ntrain-1] -&gt;0,134,269. Source is canonical OpenCV-undistorted ROI-cropped1279x719, uint8/255. Right saved-correction render uses upstream CameraOptimizer.apply_to_camera for this exact training index. No color/exposure fit. Figures are observed outputs; not held-out fidelity.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https://github.com/WorldExplored/R4R-Sims/tree/audit/grad-nav/docs/grad-nav/camera-correspondence.md; runs20261009T033353Z-correspondence-23ce26 and20261009T033735Z-correspondence-6bf320. Source and full hashes retained. No new model/scene training. Actual module paths/hashes and pip-check recorded. NS1.1.4 overlay shares baseline dependencies read-only. Runtime OpenCV changed from4.8 to4.10; baseline has duplicate distributions. Every RGB/depth/alpha array is bit-identical across versions. No broad search or guessed scene transform.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https://github.com/WorldExplored/R4R-Sims/tree/audit/grad-nav/docs/grad-nav/camera-correspondence.md; runs20261009T033353Z-correspondence-23ce26 and20261009T033735Z-correspondence-6bf320. Source and full hashes retained. No new model/scene training.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https://github.com/WorldExplored/R4R-Sims/tree/audit/grad-nav/docs/grad-nav/camera-correspondence.md; runs20261009T033353Z-correspondence-23ce26 and20261009T033735Z-correspondence-6bf320. Source and full hashes retained. No new model/scene training. Surviving hypotheses are explicitly hypotheses: post-training scene transform, mixed asset revision or historical preprocessing/order. Do not infer original experiment failure. Four older shared-host logs were transferred and checksum-verified; no termination.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d5449e893448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4ee86e56874f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0ab69b5afb4b9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1e79ae31ab4c2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ed65a09a4346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9750147a404c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9A7CD6-82F9-4F58-9D81-C8EA5857FA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5B5FE95-C585-4C54-874A-D1685BA9C8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66AD385-462B-46DC-B570-5893F8994F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C28D53-6010-408D-9A85-D6469930E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303C88E-49D5-49B9-87E2-515D0DDDCC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575B03F-0AC9-404B-BC26-318887F20D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3960D6-AC7E-4EBF-A473-2C2DDB060C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6CB2B88-BFDB-49C9-91E6-D3DF67296A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5BEE74-B46B-453D-B24E-72C3159943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E3D7EB-1907-48A8-9DD8-F6217D1336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c58f75d72b4f83" /><Relationship Type="http://schemas.openxmlformats.org/officeDocument/2006/relationships/slideLayout" Target="/ppt/slideLayouts/slideLayout1.xml" Id="R04068ead4f7e47ad" /><Relationship Type="http://schemas.openxmlformats.org/officeDocument/2006/relationships/slideLayout" Target="/ppt/slideLayouts/slideLayout2.xml" Id="R2fb954c3f2044917" /><Relationship Type="http://schemas.openxmlformats.org/officeDocument/2006/relationships/slideLayout" Target="/ppt/slideLayouts/slideLayout3.xml" Id="Rb6f69495e2ec4a76" /><Relationship Type="http://schemas.openxmlformats.org/officeDocument/2006/relationships/slideLayout" Target="/ppt/slideLayouts/slideLayout4.xml" Id="Rb04ce08c36204bc3" /><Relationship Type="http://schemas.openxmlformats.org/officeDocument/2006/relationships/slideLayout" Target="/ppt/slideLayouts/slideLayout5.xml" Id="Rd70e69fec387453c" /><Relationship Type="http://schemas.openxmlformats.org/officeDocument/2006/relationships/slideLayout" Target="/ppt/slideLayouts/slideLayout6.xml" Id="Rb7c13855908845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068ead4f7e47ad"/>
    <p:sldLayoutId xmlns:r="http://schemas.openxmlformats.org/officeDocument/2006/relationships" id="2147483650" r:id="R2fb954c3f2044917"/>
    <p:sldLayoutId xmlns:r="http://schemas.openxmlformats.org/officeDocument/2006/relationships" id="2147483651" r:id="Rb6f69495e2ec4a76"/>
    <p:sldLayoutId xmlns:r="http://schemas.openxmlformats.org/officeDocument/2006/relationships" id="2147483652" r:id="Rb04ce08c36204bc3"/>
    <p:sldLayoutId xmlns:r="http://schemas.openxmlformats.org/officeDocument/2006/relationships" id="2147483653" r:id="Rd70e69fec387453c"/>
    <p:sldLayoutId xmlns:r="http://schemas.openxmlformats.org/officeDocument/2006/relationships" id="2147483654" r:id="Rb7c13855908845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3b3e8fcbbe44d4" /><Relationship Type="http://schemas.openxmlformats.org/officeDocument/2006/relationships/notesSlide" Target="/ppt/notesSlides/notesSlide1.xml" Id="R02bde8ed013740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ef631d38d34dd9" /><Relationship Type="http://schemas.openxmlformats.org/officeDocument/2006/relationships/notesSlide" Target="/ppt/notesSlides/notesSlide2.xml" Id="R1a2374908cea47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31b5442e684f97" /><Relationship Type="http://schemas.openxmlformats.org/officeDocument/2006/relationships/notesSlide" Target="/ppt/notesSlides/notesSlide3.xml" Id="R2b87b67524d041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b133fd28cb43b1" /><Relationship Type="http://schemas.openxmlformats.org/officeDocument/2006/relationships/image" Target="/ppt/media/image.png" Id="R29a8aa2963c7497e" /><Relationship Type="http://schemas.openxmlformats.org/officeDocument/2006/relationships/image" Target="/ppt/media/image2.png" Id="Rbaede4cbdada45db" /><Relationship Type="http://schemas.openxmlformats.org/officeDocument/2006/relationships/notesSlide" Target="/ppt/notesSlides/notesSlide4.xml" Id="R2f6e18ec3bdd4b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b88fa7172248b7" /><Relationship Type="http://schemas.openxmlformats.org/officeDocument/2006/relationships/image" Target="/ppt/media/image3.png" Id="R22c61a01c58e4ce6" /><Relationship Type="http://schemas.openxmlformats.org/officeDocument/2006/relationships/image" Target="/ppt/media/image4.png" Id="R8b9f3f6612614226" /><Relationship Type="http://schemas.openxmlformats.org/officeDocument/2006/relationships/notesSlide" Target="/ppt/notesSlides/notesSlide5.xml" Id="R11a49f18beff4c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98e20d9d71406d" /><Relationship Type="http://schemas.openxmlformats.org/officeDocument/2006/relationships/image" Target="/ppt/media/image5.png" Id="R5d34e7cdaa3a4514" /><Relationship Type="http://schemas.openxmlformats.org/officeDocument/2006/relationships/image" Target="/ppt/media/image6.png" Id="R23453e195f8e45de" /><Relationship Type="http://schemas.openxmlformats.org/officeDocument/2006/relationships/notesSlide" Target="/ppt/notesSlides/notesSlide6.xml" Id="R1dafca63b5e747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c9ebc8997c4489" /><Relationship Type="http://schemas.openxmlformats.org/officeDocument/2006/relationships/notesSlide" Target="/ppt/notesSlides/notesSlide7.xml" Id="R4629ed5e9dcc42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60b747eea44312" /><Relationship Type="http://schemas.openxmlformats.org/officeDocument/2006/relationships/notesSlide" Target="/ppt/notesSlides/notesSlide8.xml" Id="R8af4b5460f9a45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3a016638de4f18" /><Relationship Type="http://schemas.openxmlformats.org/officeDocument/2006/relationships/notesSlide" Target="/ppt/notesSlides/notesSlide9.xml" Id="R385fcd84c93143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08A28-E506-4156-9CD8-A314172C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GRaD-Nav usability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BDA99-64B2-4A19-B628-03C81418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 / training-view diagnostic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DEFC2-2999-4772-A670-DF9B228A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6C59B-1E36-4146-856A-8C96893B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NO-GO for calibrated R4R camera replay</a:t>
            </a:r>
          </a:p>
          <a:p xmlns:a="http://schemas.openxmlformats.org/drawingml/2006/main">
            <a:pPr>
              <a:defRPr sz="33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with this released gate_mid package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F56F6-11F0-442C-8E0A-48B988C1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Native rendering and dynamics work as research components.</a:t>
            </a:r>
          </a:p>
          <a:p xmlns:a="http://schemas.openxmlformats.org/drawingml/2006/main">
            <a:pPr>
              <a:defRPr sz="225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Capture/checkpoint correspondence remains unresolved.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9B7E1-EE6B-4665-881B-865F5C16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One controlled version comparison. Original weights unchanged.</a:t>
            </a:r>
          </a:p>
        </p:txBody>
      </p:sp>
    </p:spTree>
    <p:extLst>
      <p:ext uri="{BB962C8B-B14F-4D97-AF65-F5344CB8AC3E}">
        <p14:creationId xmlns:p14="http://schemas.microsoft.com/office/powerpoint/2010/main" val="20400409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38216-2DA8-43D5-8014-88BBAB25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Inputs, outputs and E2E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58EDB-7A97-498B-A637-5003C342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 / training-view diagnostic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C38F6-0226-4589-AB09-8009A1C9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538FB-DFB1-4293-97D3-07C5463D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Scene config + Gaussian checkpoint + camera pose/K → RGB, depth, alpha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3F1E1-9B9F-4FB9-93BA-2CDC1489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Body rates + normalized thrust + state → next simulated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57586-8548-47C6-B54D-34C80463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PD controller → dynamics → achieved camera → native images/video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8AA97-B305-4FD4-A94E-E2E86953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Original learned visual policy → actions/outcomes: blocked by weights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38E74-599B-411F-841E-E0AF2B08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The demonstrated controller consumes height/velocity, not rendered images. Calibrated replay, visual autonomy and outdoor fidelity are separate gates.</a:t>
            </a:r>
          </a:p>
        </p:txBody>
      </p:sp>
    </p:spTree>
    <p:extLst>
      <p:ext uri="{BB962C8B-B14F-4D97-AF65-F5344CB8AC3E}">
        <p14:creationId xmlns:p14="http://schemas.microsoft.com/office/powerpoint/2010/main" val="899084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727A8-9125-4648-AD47-F3CC7289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Checkpoint restoration and camera corrections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16C1B-2D9B-427A-AFE1-AA97BEF1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 / training-view diagnostic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D0C87-D89B-4BD4-9D73-0BB9F206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844B5-D2D3-4B88-B325-DDA0180B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Strict loading: no missing keys and no unexpected keys in either version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198F7-E651-4946-99FE-851F578F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All six Gaussian arrays and all saved model tensors restored exactly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5DCBD-FB5F-431D-B236-8AF11CF1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270 saved pose corrections; median translation 0.01597 scene units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E7DD5-4A13-41D5-9A43-7AD6B8A6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Maximum correction: 0.04156 scene units; rotation tangent 0.01827 rad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30F1E-A4C9-4DEF-ADFD-15899A71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Every learned parameter hash is unchanged after rendering. Zero training steps and optimizer updates. The checkpoint does not embed the original filename order.</a:t>
            </a:r>
          </a:p>
        </p:txBody>
      </p:sp>
    </p:spTree>
    <p:extLst>
      <p:ext uri="{BB962C8B-B14F-4D97-AF65-F5344CB8AC3E}">
        <p14:creationId xmlns:p14="http://schemas.microsoft.com/office/powerpoint/2010/main" val="10631567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6A451-3DC2-469E-9504-01C6CD11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Training camera 0: frame_00001.png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07986-F347-4014-BCD1-BE6FC242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 / training-view diagnostic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AAD8D-24E3-4A6A-BDDA-E377F80D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77169-10E1-4B71-A70F-16D1AD865A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a8aa2963c7497e"/>
          <a:stretch xmlns:a="http://schemas.openxmlformats.org/drawingml/2006/main"/>
        </p:blipFill>
        <p:spPr>
          <a:xfrm xmlns:a="http://schemas.openxmlformats.org/drawingml/2006/main">
            <a:off x="609600" y="1524011"/>
            <a:ext cx="5286375" cy="2971778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71C0B-82BC-4C1D-A432-3F0C23CFC2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de4cbdada45db"/>
          <a:stretch xmlns:a="http://schemas.openxmlformats.org/drawingml/2006/main"/>
        </p:blipFill>
        <p:spPr>
          <a:xfrm xmlns:a="http://schemas.openxmlformats.org/drawingml/2006/main">
            <a:off x="6296025" y="1524011"/>
            <a:ext cx="5286375" cy="297177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2126D-8457-4222-BF04-0EEDC60B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Preprocessed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B288A-E99C-4ECB-B344-4339C0AB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619625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Render with saved pose correction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5AD7F-8E32-49BC-B853-C713D105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PSNR: canonical 14.7467 dB; corrected 14.8001 dB.</a:t>
            </a:r>
          </a:p>
          <a:p xmlns:a="http://schemas.openxmlformats.org/drawingml/2006/main">
            <a:pPr>
              <a:defRPr sz="21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Saved corrections do not recover the source scene structure.</a:t>
            </a:r>
          </a:p>
        </p:txBody>
      </p:sp>
    </p:spTree>
    <p:extLst>
      <p:ext uri="{BB962C8B-B14F-4D97-AF65-F5344CB8AC3E}">
        <p14:creationId xmlns:p14="http://schemas.microsoft.com/office/powerpoint/2010/main" val="2541250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CBE50-859D-4700-A3F5-90499990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Training camera 134: frame_00149.png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6D414-F353-4D09-B9C1-698C1E28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 / training-view diagnostic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34D56-CD47-45E2-857A-6AB20F6B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EC805-BEA1-437A-9617-82DEC7D2E5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61a01c58e4ce6"/>
          <a:stretch xmlns:a="http://schemas.openxmlformats.org/drawingml/2006/main"/>
        </p:blipFill>
        <p:spPr>
          <a:xfrm xmlns:a="http://schemas.openxmlformats.org/drawingml/2006/main">
            <a:off x="609600" y="1524011"/>
            <a:ext cx="5286375" cy="2971778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F5EB3-0690-4A59-BE61-983BD7C8EA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f3f6612614226"/>
          <a:stretch xmlns:a="http://schemas.openxmlformats.org/drawingml/2006/main"/>
        </p:blipFill>
        <p:spPr>
          <a:xfrm xmlns:a="http://schemas.openxmlformats.org/drawingml/2006/main">
            <a:off x="6296025" y="1524011"/>
            <a:ext cx="5286375" cy="297177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F22AD-1DE5-4ABA-B375-4F75A9D7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Preprocessed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A4C96-D5CC-42F8-A54E-167D371A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619625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Render with saved pose correction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58692-B14E-4595-B06F-2CCA4C17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PSNR: canonical 13.1784 dB; corrected 13.0754 dB.</a:t>
            </a:r>
          </a:p>
          <a:p xmlns:a="http://schemas.openxmlformats.org/drawingml/2006/main">
            <a:pPr>
              <a:defRPr sz="21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Saved corrections do not recover the source scene structure.</a:t>
            </a:r>
          </a:p>
        </p:txBody>
      </p:sp>
    </p:spTree>
    <p:extLst>
      <p:ext uri="{BB962C8B-B14F-4D97-AF65-F5344CB8AC3E}">
        <p14:creationId xmlns:p14="http://schemas.microsoft.com/office/powerpoint/2010/main" val="5380375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395B4-FA9D-4BDB-8B1F-0ECE2498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Training camera 269: frame_00300.png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0C8A2-6042-4855-8796-20FF5283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 / training-view diagnostic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B870C-D10B-44CB-9B70-E42E420A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630A2-8D07-4977-AF24-F55AA1544B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4e7cdaa3a4514"/>
          <a:stretch xmlns:a="http://schemas.openxmlformats.org/drawingml/2006/main"/>
        </p:blipFill>
        <p:spPr>
          <a:xfrm xmlns:a="http://schemas.openxmlformats.org/drawingml/2006/main">
            <a:off x="609600" y="1524011"/>
            <a:ext cx="5286375" cy="2971778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324DD-C08E-4044-B6AD-C4BBDC9A2D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53e195f8e45de"/>
          <a:stretch xmlns:a="http://schemas.openxmlformats.org/drawingml/2006/main"/>
        </p:blipFill>
        <p:spPr>
          <a:xfrm xmlns:a="http://schemas.openxmlformats.org/drawingml/2006/main">
            <a:off x="6296025" y="1524011"/>
            <a:ext cx="5286375" cy="297177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8ACA6-74BB-430F-89CB-84D2F650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Preprocessed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12FA7-3135-4419-9B42-2A9AFEE3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619625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Render with saved pose correction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B9883-8DB1-4C38-9EE7-3397E27E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PSNR: canonical 15.5847 dB; corrected 15.5810 dB.</a:t>
            </a:r>
          </a:p>
          <a:p xmlns:a="http://schemas.openxmlformats.org/drawingml/2006/main">
            <a:pPr>
              <a:defRPr sz="21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Saved corrections do not recover the source scene structure.</a:t>
            </a:r>
          </a:p>
        </p:txBody>
      </p:sp>
    </p:spTree>
    <p:extLst>
      <p:ext uri="{BB962C8B-B14F-4D97-AF65-F5344CB8AC3E}">
        <p14:creationId xmlns:p14="http://schemas.microsoft.com/office/powerpoint/2010/main" val="9222582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19F73-597A-4009-BA9B-BDA04D52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Controlled Nerfstudio version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6752E-5EA7-4972-8897-A2F42C5D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 / training-view diagnostic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8B0B8-1518-4532-975A-93E894D2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FE4C6-BA8E-4829-93D8-6F741D23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1.1.3 baseline retained; 1.1.4 installed in a separate environment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DBCC9-FA98-4E11-984F-DC28F0C2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Torch 2.1.2/cu118 and gsplat 1.0.0 retained exactly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1BA14-5B1D-4695-B2DD-D5BEC611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Required changes only: OpenCV 4.10.0.84, viser 0.2.3, tensorly 0.9.0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163D4-F16A-4C53-B00C-51B7BEFF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Dependency check passes; all 18 RGB/depth/alpha arrays are identical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35CEF-0C81-41D2-89C1-97F6D6D5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This version change did not resolve correspondence. No Gaussian restoration or optimizer-update failure was found.</a:t>
            </a:r>
          </a:p>
        </p:txBody>
      </p:sp>
    </p:spTree>
    <p:extLst>
      <p:ext uri="{BB962C8B-B14F-4D97-AF65-F5344CB8AC3E}">
        <p14:creationId xmlns:p14="http://schemas.microsoft.com/office/powerpoint/2010/main" val="17240785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30750-FC8F-4BD4-9C47-A1DEDDC1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Direct usefulness for Real4Real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48B7B-672A-4F79-93A0-C118B786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 / training-view diagnostic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01C3B-C5BA-41AB-9B42-160A5569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6B5ED-6F51-4991-B876-D658B4DBE4CC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333625"/>
                <a:gridCol w="5495925"/>
              </a:tblGrid>
              <a:tr h="7143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case</a:t>
                      </a:r>
                    </a:p>
                  </a:txBody>
                  <a:tcPr marL="91440" marR="91440" marT="45720" marB="45720">
                    <a:solidFill>
                      <a:srgbClr val="187C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187C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or missing gate</a:t>
                      </a:r>
                    </a:p>
                  </a:txBody>
                  <a:tcPr marL="91440" marR="91440" marT="45720" marB="45720">
                    <a:solidFill>
                      <a:srgbClr val="187C8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13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Dynamics API / native integration</a:t>
                      </a:r>
                    </a:p>
                  </a:txBody>
                  <a:tcPr marL="91440" marR="91440" marT="45720" marB="45720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13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Usable component</a:t>
                      </a:r>
                    </a:p>
                  </a:txBody>
                  <a:tcPr marL="91440" marR="91440" marT="45720" marB="45720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13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 state feedback and D camera/video</a:t>
                      </a:r>
                    </a:p>
                  </a:txBody>
                  <a:tcPr marL="91440" marR="91440" marT="45720" marB="45720">
                    <a:solidFill>
                      <a:srgbClr val="F8FAFB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13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Calibrated camera replay</a:t>
                      </a:r>
                    </a:p>
                  </a:txBody>
                  <a:tcPr marL="91440" marR="91440" marT="45720" marB="45720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13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NO-GO now</a:t>
                      </a:r>
                    </a:p>
                  </a:txBody>
                  <a:tcPr marL="91440" marR="91440" marT="45720" marB="45720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13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captures not reproduced</a:t>
                      </a:r>
                    </a:p>
                  </a:txBody>
                  <a:tcPr marL="91440" marR="91440" marT="45720" marB="45720">
                    <a:solidFill>
                      <a:srgbClr val="F8FAFB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13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visual-policy E2E</a:t>
                      </a:r>
                    </a:p>
                  </a:txBody>
                  <a:tcPr marL="91440" marR="91440" marT="45720" marB="45720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13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Blocked</a:t>
                      </a:r>
                    </a:p>
                  </a:txBody>
                  <a:tcPr marL="91440" marR="91440" marT="45720" marB="45720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13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Compatible learned package absent</a:t>
                      </a:r>
                    </a:p>
                  </a:txBody>
                  <a:tcPr marL="91440" marR="91440" marT="45720" marB="45720">
                    <a:solidFill>
                      <a:srgbClr val="F8FAFB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13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Outdoor sparse views / racing fidelity</a:t>
                      </a:r>
                    </a:p>
                  </a:txBody>
                  <a:tcPr marL="91440" marR="91440" marT="45720" marB="45720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13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established</a:t>
                      </a:r>
                    </a:p>
                  </a:txBody>
                  <a:tcPr marL="91440" marR="91440" marT="45720" marB="45720"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13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Calibration, held-out inputs and task tests missing</a:t>
                      </a:r>
                    </a:p>
                  </a:txBody>
                  <a:tcPr marL="91440" marR="91440" marT="45720" marB="45720">
                    <a:solidFill>
                      <a:srgbClr val="F8FA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A40DB-94B8-4695-8A97-8C060891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Splats can supply appearance; collision geometry, calibrated physics and verified camera registration remain separate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4370419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C3356-E78F-45D0-93FD-77876527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Information needed from the authors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0D0A4-0E24-46A4-A95A-7929E338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AirLab / 8 October 2026 / training-view diagnostic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4F052-BF59-4641-870F-1346DBB0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774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064C9-9874-4A2C-A17A-DBD00176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Matching checkpoint/config/captures bundle with hashes and reference renders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F8B43-ADBB-43F0-A9D1-E349C60D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Every world transform and scale baked into the Gaussians or camera poses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9925B-179D-4116-83DF-62609EDB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Original 270-image training order, split and preprocessing steps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9E55B-C088-4365-991F-9723874C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13E"/>
                </a:solidFill>
                <a:latin typeface="Helvetica Neue"/>
                <a:ea typeface="Helvetica Neue"/>
                <a:cs typeface="Helvetica Neue"/>
              </a:rPr>
              <a:t>Exact training environment; original compatible navigation checkpoint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568D2-5492-48C0-8027-0ACE5453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A84E35"/>
                </a:solidFill>
                <a:latin typeface="Helvetica Neue"/>
                <a:ea typeface="Helvetica Neue"/>
                <a:cs typeface="Helvetica Neue"/>
              </a:rPr>
              <a:t>Until that provenance is supplied, do not use this bundle as a calibrated R4R baseline. No outdoor fidelity or real-transfer claim follows from these diagnostics.</a:t>
            </a:r>
          </a:p>
        </p:txBody>
      </p:sp>
    </p:spTree>
    <p:extLst>
      <p:ext uri="{BB962C8B-B14F-4D97-AF65-F5344CB8AC3E}">
        <p14:creationId xmlns:p14="http://schemas.microsoft.com/office/powerpoint/2010/main" val="1649036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2026-10-09T03:51:32.9500000Z</dcterms:created>
  <dcterms:modified xsi:type="dcterms:W3CDTF">2026-10-09T03:51:32.9500000Z</dcterms:modified>
</coreProperties>
</file>